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8"/>
  </p:notesMasterIdLst>
  <p:sldIdLst>
    <p:sldId id="256" r:id="rId5"/>
    <p:sldId id="258" r:id="rId6"/>
    <p:sldId id="259" r:id="rId7"/>
    <p:sldId id="262" r:id="rId8"/>
    <p:sldId id="395" r:id="rId9"/>
    <p:sldId id="415" r:id="rId10"/>
    <p:sldId id="416" r:id="rId11"/>
    <p:sldId id="417" r:id="rId12"/>
    <p:sldId id="418" r:id="rId13"/>
    <p:sldId id="419" r:id="rId14"/>
    <p:sldId id="423" r:id="rId15"/>
    <p:sldId id="424" r:id="rId16"/>
    <p:sldId id="420" r:id="rId17"/>
    <p:sldId id="421" r:id="rId18"/>
    <p:sldId id="396" r:id="rId19"/>
    <p:sldId id="397" r:id="rId20"/>
    <p:sldId id="437" r:id="rId21"/>
    <p:sldId id="425" r:id="rId22"/>
    <p:sldId id="426" r:id="rId23"/>
    <p:sldId id="308" r:id="rId24"/>
    <p:sldId id="427" r:id="rId25"/>
    <p:sldId id="349" r:id="rId26"/>
    <p:sldId id="428" r:id="rId27"/>
    <p:sldId id="429" r:id="rId28"/>
    <p:sldId id="430" r:id="rId29"/>
    <p:sldId id="432" r:id="rId30"/>
    <p:sldId id="333" r:id="rId31"/>
    <p:sldId id="433" r:id="rId32"/>
    <p:sldId id="434" r:id="rId33"/>
    <p:sldId id="435" r:id="rId34"/>
    <p:sldId id="436" r:id="rId35"/>
    <p:sldId id="390" r:id="rId36"/>
    <p:sldId id="287" r:id="rId37"/>
  </p:sldIdLst>
  <p:sldSz cx="24384000" cy="13716000"/>
  <p:notesSz cx="6858000" cy="9144000"/>
  <p:embeddedFontLst>
    <p:embeddedFont>
      <p:font typeface="OCRB" panose="020B0609020202020204" pitchFamily="49" charset="0"/>
      <p:regular r:id="rId39"/>
    </p:embeddedFont>
    <p:embeddedFont>
      <p:font typeface="Open Sans" panose="020B0606030504020204" pitchFamily="34" charset="0"/>
      <p:regular r:id="rId40"/>
      <p:bold r:id="rId41"/>
      <p:italic r:id="rId42"/>
      <p:boldItalic r:id="rId43"/>
    </p:embeddedFont>
    <p:embeddedFont>
      <p:font typeface="Open Sans ExtraBold" panose="020B0906030804020204" pitchFamily="34" charset="0"/>
      <p:regular r:id="rId44"/>
      <p:bold r:id="rId45"/>
      <p:italic r:id="rId46"/>
      <p:boldItalic r:id="rId47"/>
    </p:embeddedFont>
    <p:embeddedFont>
      <p:font typeface="Open Sans Light" panose="020B0306030504020204" pitchFamily="34" charset="0"/>
      <p:regular r:id="rId48"/>
      <p:bold r:id="rId49"/>
      <p:italic r:id="rId50"/>
    </p:embeddedFont>
    <p:embeddedFont>
      <p:font typeface="Tahoma" panose="020B0604030504040204" pitchFamily="34" charset="0"/>
      <p:regular r:id="rId51"/>
      <p:bold r:id="rId5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1D29BE-E2FC-9E57-544E-E8BEA575D2CF}" v="22" dt="2025-06-30T15:46:36.19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84" autoAdjust="0"/>
    <p:restoredTop sz="96197"/>
  </p:normalViewPr>
  <p:slideViewPr>
    <p:cSldViewPr snapToGrid="0" snapToObjects="1">
      <p:cViewPr varScale="1">
        <p:scale>
          <a:sx n="21" d="100"/>
          <a:sy n="21" d="100"/>
        </p:scale>
        <p:origin x="101" y="859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1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1.fntdata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c4dd4a50-8335-4e39-a119-dc5e413d78e9" providerId="ADAL" clId="{71BC523A-E653-0149-9FBF-601FC2B7BB78}"/>
    <pc:docChg chg="undo redo custSel addSld delSld modSld sldOrd">
      <pc:chgData name="Shania Priccilia" userId="c4dd4a50-8335-4e39-a119-dc5e413d78e9" providerId="ADAL" clId="{71BC523A-E653-0149-9FBF-601FC2B7BB78}" dt="2025-06-08T18:10:38.604" v="1392" actId="2890"/>
      <pc:docMkLst>
        <pc:docMk/>
      </pc:docMkLst>
      <pc:sldChg chg="modSp mod">
        <pc:chgData name="Shania Priccilia" userId="c4dd4a50-8335-4e39-a119-dc5e413d78e9" providerId="ADAL" clId="{71BC523A-E653-0149-9FBF-601FC2B7BB78}" dt="2025-06-08T09:19:16.236" v="9" actId="20577"/>
        <pc:sldMkLst>
          <pc:docMk/>
          <pc:sldMk cId="3807564589" sldId="256"/>
        </pc:sldMkLst>
        <pc:spChg chg="mod">
          <ac:chgData name="Shania Priccilia" userId="c4dd4a50-8335-4e39-a119-dc5e413d78e9" providerId="ADAL" clId="{71BC523A-E653-0149-9FBF-601FC2B7BB78}" dt="2025-06-08T09:19:16.236" v="9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Shania Priccilia" userId="c4dd4a50-8335-4e39-a119-dc5e413d78e9" providerId="ADAL" clId="{71BC523A-E653-0149-9FBF-601FC2B7BB78}" dt="2025-06-08T09:16:19.234" v="0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c4dd4a50-8335-4e39-a119-dc5e413d78e9" providerId="ADAL" clId="{71BC523A-E653-0149-9FBF-601FC2B7BB78}" dt="2025-06-08T09:20:19.574" v="21" actId="5793"/>
        <pc:sldMkLst>
          <pc:docMk/>
          <pc:sldMk cId="1968907909" sldId="258"/>
        </pc:sldMkLst>
        <pc:spChg chg="mod">
          <ac:chgData name="Shania Priccilia" userId="c4dd4a50-8335-4e39-a119-dc5e413d78e9" providerId="ADAL" clId="{71BC523A-E653-0149-9FBF-601FC2B7BB78}" dt="2025-06-08T09:19:31.857" v="15" actId="20577"/>
          <ac:spMkLst>
            <pc:docMk/>
            <pc:sldMk cId="1968907909" sldId="258"/>
            <ac:spMk id="3" creationId="{15FC02B1-FC54-7AA3-7866-74F99147264B}"/>
          </ac:spMkLst>
        </pc:spChg>
        <pc:spChg chg="mod">
          <ac:chgData name="Shania Priccilia" userId="c4dd4a50-8335-4e39-a119-dc5e413d78e9" providerId="ADAL" clId="{71BC523A-E653-0149-9FBF-601FC2B7BB78}" dt="2025-06-08T09:20:19.574" v="21" actId="5793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c4dd4a50-8335-4e39-a119-dc5e413d78e9" providerId="ADAL" clId="{71BC523A-E653-0149-9FBF-601FC2B7BB78}" dt="2025-06-08T17:55:13.042" v="1219" actId="20577"/>
        <pc:sldMkLst>
          <pc:docMk/>
          <pc:sldMk cId="4105662268" sldId="259"/>
        </pc:sldMkLst>
        <pc:spChg chg="mod">
          <ac:chgData name="Shania Priccilia" userId="c4dd4a50-8335-4e39-a119-dc5e413d78e9" providerId="ADAL" clId="{71BC523A-E653-0149-9FBF-601FC2B7BB78}" dt="2025-06-08T17:55:13.042" v="1219" actId="20577"/>
          <ac:spMkLst>
            <pc:docMk/>
            <pc:sldMk cId="4105662268" sldId="259"/>
            <ac:spMk id="4" creationId="{F37B5071-5AEC-07E9-E361-22C4629DB39D}"/>
          </ac:spMkLst>
        </pc:spChg>
      </pc:sldChg>
      <pc:sldChg chg="addSp modSp mod">
        <pc:chgData name="Shania Priccilia" userId="c4dd4a50-8335-4e39-a119-dc5e413d78e9" providerId="ADAL" clId="{71BC523A-E653-0149-9FBF-601FC2B7BB78}" dt="2025-06-08T09:33:03.900" v="84" actId="1076"/>
        <pc:sldMkLst>
          <pc:docMk/>
          <pc:sldMk cId="852008808" sldId="262"/>
        </pc:sldMkLst>
        <pc:spChg chg="mod">
          <ac:chgData name="Shania Priccilia" userId="c4dd4a50-8335-4e39-a119-dc5e413d78e9" providerId="ADAL" clId="{71BC523A-E653-0149-9FBF-601FC2B7BB78}" dt="2025-06-08T09:23:37.827" v="44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c4dd4a50-8335-4e39-a119-dc5e413d78e9" providerId="ADAL" clId="{71BC523A-E653-0149-9FBF-601FC2B7BB78}" dt="2025-06-08T09:32:52.270" v="82" actId="14100"/>
          <ac:spMkLst>
            <pc:docMk/>
            <pc:sldMk cId="852008808" sldId="262"/>
            <ac:spMk id="4" creationId="{A658487A-CC6E-01E0-FD53-981205337ECB}"/>
          </ac:spMkLst>
        </pc:spChg>
      </pc:sldChg>
      <pc:sldChg chg="addSp delSp modSp mod">
        <pc:chgData name="Shania Priccilia" userId="c4dd4a50-8335-4e39-a119-dc5e413d78e9" providerId="ADAL" clId="{71BC523A-E653-0149-9FBF-601FC2B7BB78}" dt="2025-06-08T10:26:49.125" v="313" actId="208"/>
        <pc:sldMkLst>
          <pc:docMk/>
          <pc:sldMk cId="1571411344" sldId="308"/>
        </pc:sldMkLst>
        <pc:spChg chg="mod">
          <ac:chgData name="Shania Priccilia" userId="c4dd4a50-8335-4e39-a119-dc5e413d78e9" providerId="ADAL" clId="{71BC523A-E653-0149-9FBF-601FC2B7BB78}" dt="2025-06-08T10:12:58.670" v="247"/>
          <ac:spMkLst>
            <pc:docMk/>
            <pc:sldMk cId="1571411344" sldId="308"/>
            <ac:spMk id="2" creationId="{7D63E90C-7F33-3F6C-EC48-973EF4E0C841}"/>
          </ac:spMkLst>
        </pc:spChg>
        <pc:spChg chg="add mod">
          <ac:chgData name="Shania Priccilia" userId="c4dd4a50-8335-4e39-a119-dc5e413d78e9" providerId="ADAL" clId="{71BC523A-E653-0149-9FBF-601FC2B7BB78}" dt="2025-06-08T10:25:59.469" v="310" actId="1076"/>
          <ac:spMkLst>
            <pc:docMk/>
            <pc:sldMk cId="1571411344" sldId="308"/>
            <ac:spMk id="3" creationId="{7A401257-176F-BA8D-6767-7228E98877DA}"/>
          </ac:spMkLst>
        </pc:spChg>
        <pc:spChg chg="add mod">
          <ac:chgData name="Shania Priccilia" userId="c4dd4a50-8335-4e39-a119-dc5e413d78e9" providerId="ADAL" clId="{71BC523A-E653-0149-9FBF-601FC2B7BB78}" dt="2025-06-08T10:24:11.518" v="279" actId="1076"/>
          <ac:spMkLst>
            <pc:docMk/>
            <pc:sldMk cId="1571411344" sldId="308"/>
            <ac:spMk id="16" creationId="{0E9013F4-A03D-1E87-E41D-1294031A2D8E}"/>
          </ac:spMkLst>
        </pc:spChg>
        <pc:spChg chg="add mod">
          <ac:chgData name="Shania Priccilia" userId="c4dd4a50-8335-4e39-a119-dc5e413d78e9" providerId="ADAL" clId="{71BC523A-E653-0149-9FBF-601FC2B7BB78}" dt="2025-06-08T10:26:49.125" v="313" actId="208"/>
          <ac:spMkLst>
            <pc:docMk/>
            <pc:sldMk cId="1571411344" sldId="308"/>
            <ac:spMk id="19" creationId="{57D27B5C-C881-D6AA-846E-2E395A031869}"/>
          </ac:spMkLst>
        </pc:spChg>
      </pc:sldChg>
      <pc:sldChg chg="addSp delSp modSp mod">
        <pc:chgData name="Shania Priccilia" userId="c4dd4a50-8335-4e39-a119-dc5e413d78e9" providerId="ADAL" clId="{71BC523A-E653-0149-9FBF-601FC2B7BB78}" dt="2025-06-08T10:42:52.900" v="391" actId="5793"/>
        <pc:sldMkLst>
          <pc:docMk/>
          <pc:sldMk cId="1288168657" sldId="349"/>
        </pc:sldMkLst>
        <pc:spChg chg="mod">
          <ac:chgData name="Shania Priccilia" userId="c4dd4a50-8335-4e39-a119-dc5e413d78e9" providerId="ADAL" clId="{71BC523A-E653-0149-9FBF-601FC2B7BB78}" dt="2025-06-08T10:28:21.810" v="319"/>
          <ac:spMkLst>
            <pc:docMk/>
            <pc:sldMk cId="1288168657" sldId="349"/>
            <ac:spMk id="2" creationId="{37830DCA-2DD1-1C75-B7A6-27C249AE32C2}"/>
          </ac:spMkLst>
        </pc:spChg>
        <pc:spChg chg="mod">
          <ac:chgData name="Shania Priccilia" userId="c4dd4a50-8335-4e39-a119-dc5e413d78e9" providerId="ADAL" clId="{71BC523A-E653-0149-9FBF-601FC2B7BB78}" dt="2025-06-08T10:42:52.900" v="391" actId="5793"/>
          <ac:spMkLst>
            <pc:docMk/>
            <pc:sldMk cId="1288168657" sldId="349"/>
            <ac:spMk id="4" creationId="{C98BB6A5-6FD0-F54A-79A6-2D69B1B5B605}"/>
          </ac:spMkLst>
        </pc:spChg>
        <pc:spChg chg="mod">
          <ac:chgData name="Shania Priccilia" userId="c4dd4a50-8335-4e39-a119-dc5e413d78e9" providerId="ADAL" clId="{71BC523A-E653-0149-9FBF-601FC2B7BB78}" dt="2025-06-08T10:28:44.783" v="337" actId="20577"/>
          <ac:spMkLst>
            <pc:docMk/>
            <pc:sldMk cId="1288168657" sldId="349"/>
            <ac:spMk id="5" creationId="{A5409B17-152D-5CAB-481E-AECA3E247AFB}"/>
          </ac:spMkLst>
        </pc:spChg>
      </pc:sldChg>
      <pc:sldChg chg="addSp delSp modSp mod">
        <pc:chgData name="Shania Priccilia" userId="c4dd4a50-8335-4e39-a119-dc5e413d78e9" providerId="ADAL" clId="{71BC523A-E653-0149-9FBF-601FC2B7BB78}" dt="2025-06-08T15:46:06.621" v="568" actId="5793"/>
        <pc:sldMkLst>
          <pc:docMk/>
          <pc:sldMk cId="683118197" sldId="352"/>
        </pc:sldMkLst>
      </pc:sldChg>
      <pc:sldChg chg="addSp delSp modSp mod modClrScheme chgLayout">
        <pc:chgData name="Shania Priccilia" userId="c4dd4a50-8335-4e39-a119-dc5e413d78e9" providerId="ADAL" clId="{71BC523A-E653-0149-9FBF-601FC2B7BB78}" dt="2025-06-08T15:57:34.014" v="640" actId="1076"/>
        <pc:sldMkLst>
          <pc:docMk/>
          <pc:sldMk cId="164903481" sldId="365"/>
        </pc:sldMkLst>
      </pc:sldChg>
      <pc:sldChg chg="modSp mod">
        <pc:chgData name="Shania Priccilia" userId="c4dd4a50-8335-4e39-a119-dc5e413d78e9" providerId="ADAL" clId="{71BC523A-E653-0149-9FBF-601FC2B7BB78}" dt="2025-06-08T17:06:34.949" v="921" actId="113"/>
        <pc:sldMkLst>
          <pc:docMk/>
          <pc:sldMk cId="1716095985" sldId="366"/>
        </pc:sldMkLst>
      </pc:sldChg>
      <pc:sldChg chg="addSp delSp modSp mod">
        <pc:chgData name="Shania Priccilia" userId="c4dd4a50-8335-4e39-a119-dc5e413d78e9" providerId="ADAL" clId="{71BC523A-E653-0149-9FBF-601FC2B7BB78}" dt="2025-06-08T17:16:00.520" v="972"/>
        <pc:sldMkLst>
          <pc:docMk/>
          <pc:sldMk cId="390168046" sldId="367"/>
        </pc:sldMkLst>
      </pc:sldChg>
      <pc:sldChg chg="delSp modSp mod">
        <pc:chgData name="Shania Priccilia" userId="c4dd4a50-8335-4e39-a119-dc5e413d78e9" providerId="ADAL" clId="{71BC523A-E653-0149-9FBF-601FC2B7BB78}" dt="2025-06-08T18:03:20.030" v="1336" actId="20577"/>
        <pc:sldMkLst>
          <pc:docMk/>
          <pc:sldMk cId="3700504154" sldId="368"/>
        </pc:sldMkLst>
      </pc:sldChg>
      <pc:sldChg chg="delSp modSp add mod">
        <pc:chgData name="Shania Priccilia" userId="c4dd4a50-8335-4e39-a119-dc5e413d78e9" providerId="ADAL" clId="{71BC523A-E653-0149-9FBF-601FC2B7BB78}" dt="2025-06-08T09:36:27.091" v="132" actId="20577"/>
        <pc:sldMkLst>
          <pc:docMk/>
          <pc:sldMk cId="3221571069" sldId="395"/>
        </pc:sldMkLst>
        <pc:spChg chg="mod">
          <ac:chgData name="Shania Priccilia" userId="c4dd4a50-8335-4e39-a119-dc5e413d78e9" providerId="ADAL" clId="{71BC523A-E653-0149-9FBF-601FC2B7BB78}" dt="2025-06-08T09:33:46.788" v="104" actId="20577"/>
          <ac:spMkLst>
            <pc:docMk/>
            <pc:sldMk cId="3221571069" sldId="395"/>
            <ac:spMk id="7" creationId="{A8AE0596-E54D-995C-2608-0215AC3F5F07}"/>
          </ac:spMkLst>
        </pc:spChg>
      </pc:sldChg>
      <pc:sldChg chg="modSp add mod">
        <pc:chgData name="Shania Priccilia" userId="c4dd4a50-8335-4e39-a119-dc5e413d78e9" providerId="ADAL" clId="{71BC523A-E653-0149-9FBF-601FC2B7BB78}" dt="2025-06-08T09:40:03.220" v="159" actId="20577"/>
        <pc:sldMkLst>
          <pc:docMk/>
          <pc:sldMk cId="409205538" sldId="396"/>
        </pc:sldMkLst>
        <pc:spChg chg="mod">
          <ac:chgData name="Shania Priccilia" userId="c4dd4a50-8335-4e39-a119-dc5e413d78e9" providerId="ADAL" clId="{71BC523A-E653-0149-9FBF-601FC2B7BB78}" dt="2025-06-08T09:40:03.220" v="159" actId="20577"/>
          <ac:spMkLst>
            <pc:docMk/>
            <pc:sldMk cId="409205538" sldId="396"/>
            <ac:spMk id="4" creationId="{2C50C9F0-E1FE-2749-7BBF-6D5D322C446C}"/>
          </ac:spMkLst>
        </pc:spChg>
        <pc:spChg chg="mod">
          <ac:chgData name="Shania Priccilia" userId="c4dd4a50-8335-4e39-a119-dc5e413d78e9" providerId="ADAL" clId="{71BC523A-E653-0149-9FBF-601FC2B7BB78}" dt="2025-06-08T09:37:23.430" v="135" actId="20577"/>
          <ac:spMkLst>
            <pc:docMk/>
            <pc:sldMk cId="409205538" sldId="396"/>
            <ac:spMk id="7" creationId="{C4A0B87D-81FC-86C9-412A-E00B396A4BF6}"/>
          </ac:spMkLst>
        </pc:spChg>
      </pc:sldChg>
      <pc:sldChg chg="delSp modSp add mod ord">
        <pc:chgData name="Shania Priccilia" userId="c4dd4a50-8335-4e39-a119-dc5e413d78e9" providerId="ADAL" clId="{71BC523A-E653-0149-9FBF-601FC2B7BB78}" dt="2025-06-08T09:58:55.724" v="246" actId="20577"/>
        <pc:sldMkLst>
          <pc:docMk/>
          <pc:sldMk cId="3443013050" sldId="397"/>
        </pc:sldMkLst>
        <pc:spChg chg="mod">
          <ac:chgData name="Shania Priccilia" userId="c4dd4a50-8335-4e39-a119-dc5e413d78e9" providerId="ADAL" clId="{71BC523A-E653-0149-9FBF-601FC2B7BB78}" dt="2025-06-08T09:47:25.729" v="164"/>
          <ac:spMkLst>
            <pc:docMk/>
            <pc:sldMk cId="3443013050" sldId="397"/>
            <ac:spMk id="2" creationId="{7182EF13-E3FF-3EFC-C241-2ED4DAC89566}"/>
          </ac:spMkLst>
        </pc:spChg>
        <pc:spChg chg="mod">
          <ac:chgData name="Shania Priccilia" userId="c4dd4a50-8335-4e39-a119-dc5e413d78e9" providerId="ADAL" clId="{71BC523A-E653-0149-9FBF-601FC2B7BB78}" dt="2025-06-08T09:58:55.724" v="246" actId="20577"/>
          <ac:spMkLst>
            <pc:docMk/>
            <pc:sldMk cId="3443013050" sldId="397"/>
            <ac:spMk id="4" creationId="{AFC5C7DD-A2D7-BE51-AEC9-15CA2AB0A469}"/>
          </ac:spMkLst>
        </pc:spChg>
      </pc:sldChg>
      <pc:sldChg chg="add del">
        <pc:chgData name="Shania Priccilia" userId="c4dd4a50-8335-4e39-a119-dc5e413d78e9" providerId="ADAL" clId="{71BC523A-E653-0149-9FBF-601FC2B7BB78}" dt="2025-06-08T09:46:58.516" v="161" actId="2696"/>
        <pc:sldMkLst>
          <pc:docMk/>
          <pc:sldMk cId="3889315656" sldId="397"/>
        </pc:sldMkLst>
      </pc:sldChg>
      <pc:sldChg chg="modSp add del mod">
        <pc:chgData name="Shania Priccilia" userId="c4dd4a50-8335-4e39-a119-dc5e413d78e9" providerId="ADAL" clId="{71BC523A-E653-0149-9FBF-601FC2B7BB78}" dt="2025-06-08T15:13:31.572" v="477" actId="2696"/>
        <pc:sldMkLst>
          <pc:docMk/>
          <pc:sldMk cId="2400411793" sldId="398"/>
        </pc:sldMkLst>
      </pc:sldChg>
      <pc:sldChg chg="addSp delSp modSp add mod">
        <pc:chgData name="Shania Priccilia" userId="c4dd4a50-8335-4e39-a119-dc5e413d78e9" providerId="ADAL" clId="{71BC523A-E653-0149-9FBF-601FC2B7BB78}" dt="2025-06-08T16:02:07" v="660" actId="14100"/>
        <pc:sldMkLst>
          <pc:docMk/>
          <pc:sldMk cId="3948086453" sldId="398"/>
        </pc:sldMkLst>
      </pc:sldChg>
      <pc:sldChg chg="addSp delSp modSp add mod ord">
        <pc:chgData name="Shania Priccilia" userId="c4dd4a50-8335-4e39-a119-dc5e413d78e9" providerId="ADAL" clId="{71BC523A-E653-0149-9FBF-601FC2B7BB78}" dt="2025-06-08T15:56:10.478" v="626" actId="20578"/>
        <pc:sldMkLst>
          <pc:docMk/>
          <pc:sldMk cId="696264309" sldId="399"/>
        </pc:sldMkLst>
      </pc:sldChg>
      <pc:sldChg chg="addSp delSp modSp add mod">
        <pc:chgData name="Shania Priccilia" userId="c4dd4a50-8335-4e39-a119-dc5e413d78e9" providerId="ADAL" clId="{71BC523A-E653-0149-9FBF-601FC2B7BB78}" dt="2025-06-08T16:11:18.717" v="749" actId="20577"/>
        <pc:sldMkLst>
          <pc:docMk/>
          <pc:sldMk cId="3129293315" sldId="400"/>
        </pc:sldMkLst>
      </pc:sldChg>
      <pc:sldChg chg="addSp modSp add mod">
        <pc:chgData name="Shania Priccilia" userId="c4dd4a50-8335-4e39-a119-dc5e413d78e9" providerId="ADAL" clId="{71BC523A-E653-0149-9FBF-601FC2B7BB78}" dt="2025-06-08T16:36:28.235" v="876" actId="20577"/>
        <pc:sldMkLst>
          <pc:docMk/>
          <pc:sldMk cId="593976106" sldId="401"/>
        </pc:sldMkLst>
      </pc:sldChg>
      <pc:sldChg chg="addSp delSp modSp add mod">
        <pc:chgData name="Shania Priccilia" userId="c4dd4a50-8335-4e39-a119-dc5e413d78e9" providerId="ADAL" clId="{71BC523A-E653-0149-9FBF-601FC2B7BB78}" dt="2025-06-08T16:35:48.130" v="870" actId="20577"/>
        <pc:sldMkLst>
          <pc:docMk/>
          <pc:sldMk cId="2515440498" sldId="402"/>
        </pc:sldMkLst>
      </pc:sldChg>
      <pc:sldChg chg="addSp delSp modSp add mod">
        <pc:chgData name="Shania Priccilia" userId="c4dd4a50-8335-4e39-a119-dc5e413d78e9" providerId="ADAL" clId="{71BC523A-E653-0149-9FBF-601FC2B7BB78}" dt="2025-06-08T16:59:47.280" v="883" actId="14100"/>
        <pc:sldMkLst>
          <pc:docMk/>
          <pc:sldMk cId="4273590214" sldId="403"/>
        </pc:sldMkLst>
      </pc:sldChg>
      <pc:sldChg chg="addSp delSp modSp add mod">
        <pc:chgData name="Shania Priccilia" userId="c4dd4a50-8335-4e39-a119-dc5e413d78e9" providerId="ADAL" clId="{71BC523A-E653-0149-9FBF-601FC2B7BB78}" dt="2025-06-08T17:21:08.063" v="990" actId="27636"/>
        <pc:sldMkLst>
          <pc:docMk/>
          <pc:sldMk cId="1178292027" sldId="404"/>
        </pc:sldMkLst>
      </pc:sldChg>
      <pc:sldChg chg="addSp delSp modSp add mod">
        <pc:chgData name="Shania Priccilia" userId="c4dd4a50-8335-4e39-a119-dc5e413d78e9" providerId="ADAL" clId="{71BC523A-E653-0149-9FBF-601FC2B7BB78}" dt="2025-06-08T17:34:12.370" v="1055" actId="22"/>
        <pc:sldMkLst>
          <pc:docMk/>
          <pc:sldMk cId="2390363238" sldId="405"/>
        </pc:sldMkLst>
      </pc:sldChg>
      <pc:sldChg chg="delSp modSp add mod">
        <pc:chgData name="Shania Priccilia" userId="c4dd4a50-8335-4e39-a119-dc5e413d78e9" providerId="ADAL" clId="{71BC523A-E653-0149-9FBF-601FC2B7BB78}" dt="2025-06-08T17:42:43.193" v="1120" actId="14100"/>
        <pc:sldMkLst>
          <pc:docMk/>
          <pc:sldMk cId="3263777252" sldId="406"/>
        </pc:sldMkLst>
      </pc:sldChg>
      <pc:sldChg chg="addSp delSp modSp add mod">
        <pc:chgData name="Shania Priccilia" userId="c4dd4a50-8335-4e39-a119-dc5e413d78e9" providerId="ADAL" clId="{71BC523A-E653-0149-9FBF-601FC2B7BB78}" dt="2025-06-08T17:47:30.872" v="1154" actId="2711"/>
        <pc:sldMkLst>
          <pc:docMk/>
          <pc:sldMk cId="1617631021" sldId="407"/>
        </pc:sldMkLst>
      </pc:sldChg>
      <pc:sldChg chg="addSp delSp modSp add mod">
        <pc:chgData name="Shania Priccilia" userId="c4dd4a50-8335-4e39-a119-dc5e413d78e9" providerId="ADAL" clId="{71BC523A-E653-0149-9FBF-601FC2B7BB78}" dt="2025-06-08T17:54:52.312" v="1218" actId="1076"/>
        <pc:sldMkLst>
          <pc:docMk/>
          <pc:sldMk cId="3102509994" sldId="408"/>
        </pc:sldMkLst>
      </pc:sldChg>
      <pc:sldChg chg="addSp delSp modSp add mod">
        <pc:chgData name="Shania Priccilia" userId="c4dd4a50-8335-4e39-a119-dc5e413d78e9" providerId="ADAL" clId="{71BC523A-E653-0149-9FBF-601FC2B7BB78}" dt="2025-06-08T18:09:51.556" v="1391" actId="14100"/>
        <pc:sldMkLst>
          <pc:docMk/>
          <pc:sldMk cId="3499547640" sldId="409"/>
        </pc:sldMkLst>
      </pc:sldChg>
      <pc:sldChg chg="add">
        <pc:chgData name="Shania Priccilia" userId="c4dd4a50-8335-4e39-a119-dc5e413d78e9" providerId="ADAL" clId="{71BC523A-E653-0149-9FBF-601FC2B7BB78}" dt="2025-06-08T18:10:38.604" v="1392" actId="2890"/>
        <pc:sldMkLst>
          <pc:docMk/>
          <pc:sldMk cId="3385033690" sldId="410"/>
        </pc:sldMkLst>
      </pc:sldChg>
    </pc:docChg>
  </pc:docChgLst>
  <pc:docChgLst>
    <pc:chgData name="Shania Priccilia" userId="S::shania.priccilia@binus.edu::c4dd4a50-8335-4e39-a119-dc5e413d78e9" providerId="AD" clId="Web-{9E1D29BE-E2FC-9E57-544E-E8BEA575D2CF}"/>
    <pc:docChg chg="modSld">
      <pc:chgData name="Shania Priccilia" userId="S::shania.priccilia@binus.edu::c4dd4a50-8335-4e39-a119-dc5e413d78e9" providerId="AD" clId="Web-{9E1D29BE-E2FC-9E57-544E-E8BEA575D2CF}" dt="2025-06-30T15:46:36.199" v="21" actId="20577"/>
      <pc:docMkLst>
        <pc:docMk/>
      </pc:docMkLst>
      <pc:sldChg chg="modSp">
        <pc:chgData name="Shania Priccilia" userId="S::shania.priccilia@binus.edu::c4dd4a50-8335-4e39-a119-dc5e413d78e9" providerId="AD" clId="Web-{9E1D29BE-E2FC-9E57-544E-E8BEA575D2CF}" dt="2025-06-30T15:46:36.199" v="21" actId="20577"/>
        <pc:sldMkLst>
          <pc:docMk/>
          <pc:sldMk cId="3807564589" sldId="256"/>
        </pc:sldMkLst>
        <pc:spChg chg="mod">
          <ac:chgData name="Shania Priccilia" userId="S::shania.priccilia@binus.edu::c4dd4a50-8335-4e39-a119-dc5e413d78e9" providerId="AD" clId="Web-{9E1D29BE-E2FC-9E57-544E-E8BEA575D2CF}" dt="2025-06-30T15:46:36.199" v="21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addSp delSp modSp">
        <pc:chgData name="Shania Priccilia" userId="S::shania.priccilia@binus.edu::c4dd4a50-8335-4e39-a119-dc5e413d78e9" providerId="AD" clId="Web-{9E1D29BE-E2FC-9E57-544E-E8BEA575D2CF}" dt="2025-06-30T15:45:32.416" v="1"/>
        <pc:sldMkLst>
          <pc:docMk/>
          <pc:sldMk cId="1968907909" sldId="258"/>
        </pc:sldMkLst>
        <pc:spChg chg="del">
          <ac:chgData name="Shania Priccilia" userId="S::shania.priccilia@binus.edu::c4dd4a50-8335-4e39-a119-dc5e413d78e9" providerId="AD" clId="Web-{9E1D29BE-E2FC-9E57-544E-E8BEA575D2CF}" dt="2025-06-30T15:45:32.416" v="1"/>
          <ac:spMkLst>
            <pc:docMk/>
            <pc:sldMk cId="1968907909" sldId="258"/>
            <ac:spMk id="3" creationId="{15FC02B1-FC54-7AA3-7866-74F99147264B}"/>
          </ac:spMkLst>
        </pc:spChg>
        <pc:spChg chg="add mod">
          <ac:chgData name="Shania Priccilia" userId="S::shania.priccilia@binus.edu::c4dd4a50-8335-4e39-a119-dc5e413d78e9" providerId="AD" clId="Web-{9E1D29BE-E2FC-9E57-544E-E8BEA575D2CF}" dt="2025-06-30T15:45:32.416" v="1"/>
          <ac:spMkLst>
            <pc:docMk/>
            <pc:sldMk cId="1968907909" sldId="258"/>
            <ac:spMk id="6" creationId="{1DCF5B78-5719-6D4F-8B7B-663071750A9D}"/>
          </ac:spMkLst>
        </pc:spChg>
      </pc:sldChg>
      <pc:sldChg chg="addSp delSp modSp">
        <pc:chgData name="Shania Priccilia" userId="S::shania.priccilia@binus.edu::c4dd4a50-8335-4e39-a119-dc5e413d78e9" providerId="AD" clId="Web-{9E1D29BE-E2FC-9E57-544E-E8BEA575D2CF}" dt="2025-06-30T15:45:24.056" v="0"/>
        <pc:sldMkLst>
          <pc:docMk/>
          <pc:sldMk cId="4105662268" sldId="259"/>
        </pc:sldMkLst>
        <pc:spChg chg="del">
          <ac:chgData name="Shania Priccilia" userId="S::shania.priccilia@binus.edu::c4dd4a50-8335-4e39-a119-dc5e413d78e9" providerId="AD" clId="Web-{9E1D29BE-E2FC-9E57-544E-E8BEA575D2CF}" dt="2025-06-30T15:45:24.056" v="0"/>
          <ac:spMkLst>
            <pc:docMk/>
            <pc:sldMk cId="4105662268" sldId="259"/>
            <ac:spMk id="3" creationId="{2F63D14B-FD76-D22A-48FE-7092D41FE3E9}"/>
          </ac:spMkLst>
        </pc:spChg>
        <pc:spChg chg="add mod">
          <ac:chgData name="Shania Priccilia" userId="S::shania.priccilia@binus.edu::c4dd4a50-8335-4e39-a119-dc5e413d78e9" providerId="AD" clId="Web-{9E1D29BE-E2FC-9E57-544E-E8BEA575D2CF}" dt="2025-06-30T15:45:24.056" v="0"/>
          <ac:spMkLst>
            <pc:docMk/>
            <pc:sldMk cId="4105662268" sldId="259"/>
            <ac:spMk id="6" creationId="{221C2729-6748-994B-5A71-2DA995A35E80}"/>
          </ac:spMkLst>
        </pc:spChg>
      </pc:sldChg>
    </pc:docChg>
  </pc:docChgLst>
  <pc:docChgLst>
    <pc:chgData name="SHANIA PRICCILIA" userId="28f68feb-2ad7-4195-8423-6eee3405c604" providerId="ADAL" clId="{ADEE20CE-C610-42F7-84D7-E91507355080}"/>
    <pc:docChg chg="undo redo custSel addSld delSld modSld sldOrd">
      <pc:chgData name="SHANIA PRICCILIA" userId="28f68feb-2ad7-4195-8423-6eee3405c604" providerId="ADAL" clId="{ADEE20CE-C610-42F7-84D7-E91507355080}" dt="2025-06-14T15:14:38.379" v="1484" actId="20577"/>
      <pc:docMkLst>
        <pc:docMk/>
      </pc:docMkLst>
      <pc:sldChg chg="modSp mod">
        <pc:chgData name="SHANIA PRICCILIA" userId="28f68feb-2ad7-4195-8423-6eee3405c604" providerId="ADAL" clId="{ADEE20CE-C610-42F7-84D7-E91507355080}" dt="2025-06-13T05:00:23.721" v="5" actId="20577"/>
        <pc:sldMkLst>
          <pc:docMk/>
          <pc:sldMk cId="3807564589" sldId="256"/>
        </pc:sldMkLst>
        <pc:spChg chg="mod">
          <ac:chgData name="SHANIA PRICCILIA" userId="28f68feb-2ad7-4195-8423-6eee3405c604" providerId="ADAL" clId="{ADEE20CE-C610-42F7-84D7-E91507355080}" dt="2025-06-13T04:59:16.177" v="2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SHANIA PRICCILIA" userId="28f68feb-2ad7-4195-8423-6eee3405c604" providerId="ADAL" clId="{ADEE20CE-C610-42F7-84D7-E91507355080}" dt="2025-06-13T05:00:23.721" v="5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28f68feb-2ad7-4195-8423-6eee3405c604" providerId="ADAL" clId="{ADEE20CE-C610-42F7-84D7-E91507355080}" dt="2025-06-13T05:10:03.144" v="8"/>
        <pc:sldMkLst>
          <pc:docMk/>
          <pc:sldMk cId="1968907909" sldId="258"/>
        </pc:sldMkLst>
        <pc:spChg chg="mod">
          <ac:chgData name="SHANIA PRICCILIA" userId="28f68feb-2ad7-4195-8423-6eee3405c604" providerId="ADAL" clId="{ADEE20CE-C610-42F7-84D7-E91507355080}" dt="2025-06-13T05:09:42.001" v="7" actId="20577"/>
          <ac:spMkLst>
            <pc:docMk/>
            <pc:sldMk cId="1968907909" sldId="258"/>
            <ac:spMk id="3" creationId="{15FC02B1-FC54-7AA3-7866-74F99147264B}"/>
          </ac:spMkLst>
        </pc:spChg>
        <pc:spChg chg="mod">
          <ac:chgData name="SHANIA PRICCILIA" userId="28f68feb-2ad7-4195-8423-6eee3405c604" providerId="ADAL" clId="{ADEE20CE-C610-42F7-84D7-E91507355080}" dt="2025-06-13T05:10:03.144" v="8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28f68feb-2ad7-4195-8423-6eee3405c604" providerId="ADAL" clId="{ADEE20CE-C610-42F7-84D7-E91507355080}" dt="2025-06-13T10:59:42.688" v="260" actId="403"/>
        <pc:sldMkLst>
          <pc:docMk/>
          <pc:sldMk cId="4105662268" sldId="259"/>
        </pc:sldMkLst>
        <pc:spChg chg="mod">
          <ac:chgData name="SHANIA PRICCILIA" userId="28f68feb-2ad7-4195-8423-6eee3405c604" providerId="ADAL" clId="{ADEE20CE-C610-42F7-84D7-E91507355080}" dt="2025-06-13T10:59:42.688" v="260" actId="403"/>
          <ac:spMkLst>
            <pc:docMk/>
            <pc:sldMk cId="4105662268" sldId="259"/>
            <ac:spMk id="4" creationId="{F37B5071-5AEC-07E9-E361-22C4629DB39D}"/>
          </ac:spMkLst>
        </pc:spChg>
      </pc:sldChg>
      <pc:sldChg chg="delSp modSp mod">
        <pc:chgData name="SHANIA PRICCILIA" userId="28f68feb-2ad7-4195-8423-6eee3405c604" providerId="ADAL" clId="{ADEE20CE-C610-42F7-84D7-E91507355080}" dt="2025-06-13T05:23:35.358" v="32" actId="255"/>
        <pc:sldMkLst>
          <pc:docMk/>
          <pc:sldMk cId="852008808" sldId="262"/>
        </pc:sldMkLst>
        <pc:spChg chg="mod">
          <ac:chgData name="SHANIA PRICCILIA" userId="28f68feb-2ad7-4195-8423-6eee3405c604" providerId="ADAL" clId="{ADEE20CE-C610-42F7-84D7-E91507355080}" dt="2025-06-13T05:21:55.058" v="22" actId="20577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28f68feb-2ad7-4195-8423-6eee3405c604" providerId="ADAL" clId="{ADEE20CE-C610-42F7-84D7-E91507355080}" dt="2025-06-13T05:23:35.358" v="32" actId="255"/>
          <ac:spMkLst>
            <pc:docMk/>
            <pc:sldMk cId="852008808" sldId="262"/>
            <ac:spMk id="4" creationId="{A658487A-CC6E-01E0-FD53-981205337ECB}"/>
          </ac:spMkLst>
        </pc:spChg>
      </pc:sldChg>
      <pc:sldChg chg="modSp mod">
        <pc:chgData name="SHANIA PRICCILIA" userId="28f68feb-2ad7-4195-8423-6eee3405c604" providerId="ADAL" clId="{ADEE20CE-C610-42F7-84D7-E91507355080}" dt="2025-06-14T15:14:38.379" v="1484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ADEE20CE-C610-42F7-84D7-E91507355080}" dt="2025-06-14T15:14:38.379" v="1484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addSp delSp modSp mod">
        <pc:chgData name="SHANIA PRICCILIA" userId="28f68feb-2ad7-4195-8423-6eee3405c604" providerId="ADAL" clId="{ADEE20CE-C610-42F7-84D7-E91507355080}" dt="2025-06-14T08:42:25.317" v="773" actId="948"/>
        <pc:sldMkLst>
          <pc:docMk/>
          <pc:sldMk cId="1571411344" sldId="308"/>
        </pc:sldMkLst>
        <pc:spChg chg="mod">
          <ac:chgData name="SHANIA PRICCILIA" userId="28f68feb-2ad7-4195-8423-6eee3405c604" providerId="ADAL" clId="{ADEE20CE-C610-42F7-84D7-E91507355080}" dt="2025-06-14T08:35:48.608" v="639"/>
          <ac:spMkLst>
            <pc:docMk/>
            <pc:sldMk cId="1571411344" sldId="308"/>
            <ac:spMk id="2" creationId="{7D63E90C-7F33-3F6C-EC48-973EF4E0C841}"/>
          </ac:spMkLst>
        </pc:spChg>
        <pc:spChg chg="mod">
          <ac:chgData name="SHANIA PRICCILIA" userId="28f68feb-2ad7-4195-8423-6eee3405c604" providerId="ADAL" clId="{ADEE20CE-C610-42F7-84D7-E91507355080}" dt="2025-06-14T08:40:43.107" v="754" actId="14100"/>
          <ac:spMkLst>
            <pc:docMk/>
            <pc:sldMk cId="1571411344" sldId="308"/>
            <ac:spMk id="3" creationId="{7A401257-176F-BA8D-6767-7228E98877DA}"/>
          </ac:spMkLst>
        </pc:spChg>
        <pc:spChg chg="mod">
          <ac:chgData name="SHANIA PRICCILIA" userId="28f68feb-2ad7-4195-8423-6eee3405c604" providerId="ADAL" clId="{ADEE20CE-C610-42F7-84D7-E91507355080}" dt="2025-06-14T08:36:04.292" v="651" actId="20577"/>
          <ac:spMkLst>
            <pc:docMk/>
            <pc:sldMk cId="1571411344" sldId="308"/>
            <ac:spMk id="5" creationId="{91B4215D-7D79-825F-046E-B2452F10B867}"/>
          </ac:spMkLst>
        </pc:spChg>
        <pc:spChg chg="add mod">
          <ac:chgData name="SHANIA PRICCILIA" userId="28f68feb-2ad7-4195-8423-6eee3405c604" providerId="ADAL" clId="{ADEE20CE-C610-42F7-84D7-E91507355080}" dt="2025-06-14T08:42:25.317" v="773" actId="948"/>
          <ac:spMkLst>
            <pc:docMk/>
            <pc:sldMk cId="1571411344" sldId="308"/>
            <ac:spMk id="9" creationId="{423DBAA3-B8BD-8BF4-8D89-A5DD844F7C3A}"/>
          </ac:spMkLst>
        </pc:spChg>
        <pc:spChg chg="mod">
          <ac:chgData name="SHANIA PRICCILIA" userId="28f68feb-2ad7-4195-8423-6eee3405c604" providerId="ADAL" clId="{ADEE20CE-C610-42F7-84D7-E91507355080}" dt="2025-06-14T08:40:50.151" v="756" actId="14100"/>
          <ac:spMkLst>
            <pc:docMk/>
            <pc:sldMk cId="1571411344" sldId="308"/>
            <ac:spMk id="19" creationId="{57D27B5C-C881-D6AA-846E-2E395A031869}"/>
          </ac:spMkLst>
        </pc:spChg>
      </pc:sldChg>
      <pc:sldChg chg="modSp mod">
        <pc:chgData name="SHANIA PRICCILIA" userId="28f68feb-2ad7-4195-8423-6eee3405c604" providerId="ADAL" clId="{ADEE20CE-C610-42F7-84D7-E91507355080}" dt="2025-06-14T15:01:17.608" v="1323" actId="20577"/>
        <pc:sldMkLst>
          <pc:docMk/>
          <pc:sldMk cId="2125174800" sldId="333"/>
        </pc:sldMkLst>
        <pc:spChg chg="mod">
          <ac:chgData name="SHANIA PRICCILIA" userId="28f68feb-2ad7-4195-8423-6eee3405c604" providerId="ADAL" clId="{ADEE20CE-C610-42F7-84D7-E91507355080}" dt="2025-06-14T15:01:17.608" v="1323" actId="20577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ADEE20CE-C610-42F7-84D7-E91507355080}" dt="2025-06-14T10:38:07.743" v="1198" actId="207"/>
        <pc:sldMkLst>
          <pc:docMk/>
          <pc:sldMk cId="1288168657" sldId="349"/>
        </pc:sldMkLst>
        <pc:spChg chg="mod">
          <ac:chgData name="SHANIA PRICCILIA" userId="28f68feb-2ad7-4195-8423-6eee3405c604" providerId="ADAL" clId="{ADEE20CE-C610-42F7-84D7-E91507355080}" dt="2025-06-14T09:45:29.160" v="1039" actId="20577"/>
          <ac:spMkLst>
            <pc:docMk/>
            <pc:sldMk cId="1288168657" sldId="349"/>
            <ac:spMk id="2" creationId="{37830DCA-2DD1-1C75-B7A6-27C249AE32C2}"/>
          </ac:spMkLst>
        </pc:spChg>
        <pc:spChg chg="mod">
          <ac:chgData name="SHANIA PRICCILIA" userId="28f68feb-2ad7-4195-8423-6eee3405c604" providerId="ADAL" clId="{ADEE20CE-C610-42F7-84D7-E91507355080}" dt="2025-06-14T10:38:07.743" v="1198" actId="207"/>
          <ac:spMkLst>
            <pc:docMk/>
            <pc:sldMk cId="1288168657" sldId="349"/>
            <ac:spMk id="4" creationId="{C98BB6A5-6FD0-F54A-79A6-2D69B1B5B605}"/>
          </ac:spMkLst>
        </pc:spChg>
        <pc:spChg chg="mod">
          <ac:chgData name="SHANIA PRICCILIA" userId="28f68feb-2ad7-4195-8423-6eee3405c604" providerId="ADAL" clId="{ADEE20CE-C610-42F7-84D7-E91507355080}" dt="2025-06-14T09:45:33.681" v="1049" actId="20577"/>
          <ac:spMkLst>
            <pc:docMk/>
            <pc:sldMk cId="1288168657" sldId="349"/>
            <ac:spMk id="5" creationId="{A5409B17-152D-5CAB-481E-AECA3E247AFB}"/>
          </ac:spMkLst>
        </pc:spChg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683118197" sldId="352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64903481" sldId="365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716095985" sldId="366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90168046" sldId="367"/>
        </pc:sldMkLst>
      </pc:sldChg>
      <pc:sldChg chg="del">
        <pc:chgData name="SHANIA PRICCILIA" userId="28f68feb-2ad7-4195-8423-6eee3405c604" providerId="ADAL" clId="{ADEE20CE-C610-42F7-84D7-E91507355080}" dt="2025-06-14T14:59:16.585" v="1299" actId="47"/>
        <pc:sldMkLst>
          <pc:docMk/>
          <pc:sldMk cId="3700504154" sldId="368"/>
        </pc:sldMkLst>
      </pc:sldChg>
      <pc:sldChg chg="del">
        <pc:chgData name="SHANIA PRICCILIA" userId="28f68feb-2ad7-4195-8423-6eee3405c604" providerId="ADAL" clId="{ADEE20CE-C610-42F7-84D7-E91507355080}" dt="2025-06-14T14:59:20.838" v="1302" actId="47"/>
        <pc:sldMkLst>
          <pc:docMk/>
          <pc:sldMk cId="803399806" sldId="369"/>
        </pc:sldMkLst>
      </pc:sldChg>
      <pc:sldChg chg="modSp mod">
        <pc:chgData name="SHANIA PRICCILIA" userId="28f68feb-2ad7-4195-8423-6eee3405c604" providerId="ADAL" clId="{ADEE20CE-C610-42F7-84D7-E91507355080}" dt="2025-06-14T15:13:49.015" v="1481"/>
        <pc:sldMkLst>
          <pc:docMk/>
          <pc:sldMk cId="694380247" sldId="390"/>
        </pc:sldMkLst>
        <pc:spChg chg="mod">
          <ac:chgData name="SHANIA PRICCILIA" userId="28f68feb-2ad7-4195-8423-6eee3405c604" providerId="ADAL" clId="{ADEE20CE-C610-42F7-84D7-E91507355080}" dt="2025-06-14T15:13:49.015" v="1481"/>
          <ac:spMkLst>
            <pc:docMk/>
            <pc:sldMk cId="694380247" sldId="390"/>
            <ac:spMk id="4" creationId="{A3F736EA-6948-CC3C-404C-D901D54C4C03}"/>
          </ac:spMkLst>
        </pc:spChg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26577216" sldId="392"/>
        </pc:sldMkLst>
      </pc:sldChg>
      <pc:sldChg chg="addSp delSp modSp mod">
        <pc:chgData name="SHANIA PRICCILIA" userId="28f68feb-2ad7-4195-8423-6eee3405c604" providerId="ADAL" clId="{ADEE20CE-C610-42F7-84D7-E91507355080}" dt="2025-06-13T05:31:41.009" v="88" actId="14100"/>
        <pc:sldMkLst>
          <pc:docMk/>
          <pc:sldMk cId="3221571069" sldId="395"/>
        </pc:sldMkLst>
        <pc:spChg chg="mod">
          <ac:chgData name="SHANIA PRICCILIA" userId="28f68feb-2ad7-4195-8423-6eee3405c604" providerId="ADAL" clId="{ADEE20CE-C610-42F7-84D7-E91507355080}" dt="2025-06-13T05:24:11.794" v="41" actId="20577"/>
          <ac:spMkLst>
            <pc:docMk/>
            <pc:sldMk cId="3221571069" sldId="395"/>
            <ac:spMk id="2" creationId="{FE000026-AE33-A276-68E9-45EEE668F27C}"/>
          </ac:spMkLst>
        </pc:spChg>
        <pc:spChg chg="add mod">
          <ac:chgData name="SHANIA PRICCILIA" userId="28f68feb-2ad7-4195-8423-6eee3405c604" providerId="ADAL" clId="{ADEE20CE-C610-42F7-84D7-E91507355080}" dt="2025-06-13T05:31:03.876" v="81" actId="1076"/>
          <ac:spMkLst>
            <pc:docMk/>
            <pc:sldMk cId="3221571069" sldId="395"/>
            <ac:spMk id="3" creationId="{2BEA2754-4736-3A40-109F-72BA79C5CF24}"/>
          </ac:spMkLst>
        </pc:spChg>
        <pc:spChg chg="add mod">
          <ac:chgData name="SHANIA PRICCILIA" userId="28f68feb-2ad7-4195-8423-6eee3405c604" providerId="ADAL" clId="{ADEE20CE-C610-42F7-84D7-E91507355080}" dt="2025-06-13T05:31:33.052" v="86" actId="14100"/>
          <ac:spMkLst>
            <pc:docMk/>
            <pc:sldMk cId="3221571069" sldId="395"/>
            <ac:spMk id="5" creationId="{CB9EF64B-B149-7CF4-957D-907A99D91BBA}"/>
          </ac:spMkLst>
        </pc:spChg>
        <pc:spChg chg="add mod">
          <ac:chgData name="SHANIA PRICCILIA" userId="28f68feb-2ad7-4195-8423-6eee3405c604" providerId="ADAL" clId="{ADEE20CE-C610-42F7-84D7-E91507355080}" dt="2025-06-13T05:31:15.705" v="83" actId="14100"/>
          <ac:spMkLst>
            <pc:docMk/>
            <pc:sldMk cId="3221571069" sldId="395"/>
            <ac:spMk id="6" creationId="{B485B5E6-5E60-AB36-A6A9-CF36D116525A}"/>
          </ac:spMkLst>
        </pc:spChg>
        <pc:spChg chg="mod">
          <ac:chgData name="SHANIA PRICCILIA" userId="28f68feb-2ad7-4195-8423-6eee3405c604" providerId="ADAL" clId="{ADEE20CE-C610-42F7-84D7-E91507355080}" dt="2025-06-13T05:29:19.482" v="52" actId="20577"/>
          <ac:spMkLst>
            <pc:docMk/>
            <pc:sldMk cId="3221571069" sldId="395"/>
            <ac:spMk id="7" creationId="{A8AE0596-E54D-995C-2608-0215AC3F5F07}"/>
          </ac:spMkLst>
        </pc:spChg>
        <pc:spChg chg="add mod">
          <ac:chgData name="SHANIA PRICCILIA" userId="28f68feb-2ad7-4195-8423-6eee3405c604" providerId="ADAL" clId="{ADEE20CE-C610-42F7-84D7-E91507355080}" dt="2025-06-13T05:31:41.009" v="88" actId="14100"/>
          <ac:spMkLst>
            <pc:docMk/>
            <pc:sldMk cId="3221571069" sldId="395"/>
            <ac:spMk id="8" creationId="{1561FF03-0B6F-A380-F4C4-5E2B596FEA32}"/>
          </ac:spMkLst>
        </pc:spChg>
      </pc:sldChg>
      <pc:sldChg chg="addSp modSp mod">
        <pc:chgData name="SHANIA PRICCILIA" userId="28f68feb-2ad7-4195-8423-6eee3405c604" providerId="ADAL" clId="{ADEE20CE-C610-42F7-84D7-E91507355080}" dt="2025-06-14T05:07:59.051" v="443" actId="14100"/>
        <pc:sldMkLst>
          <pc:docMk/>
          <pc:sldMk cId="409205538" sldId="396"/>
        </pc:sldMkLst>
        <pc:spChg chg="mod">
          <ac:chgData name="SHANIA PRICCILIA" userId="28f68feb-2ad7-4195-8423-6eee3405c604" providerId="ADAL" clId="{ADEE20CE-C610-42F7-84D7-E91507355080}" dt="2025-06-14T05:04:32.743" v="398" actId="20577"/>
          <ac:spMkLst>
            <pc:docMk/>
            <pc:sldMk cId="409205538" sldId="396"/>
            <ac:spMk id="2" creationId="{12990353-19C6-5C06-FC80-5EAE8C09C264}"/>
          </ac:spMkLst>
        </pc:spChg>
        <pc:spChg chg="mod">
          <ac:chgData name="SHANIA PRICCILIA" userId="28f68feb-2ad7-4195-8423-6eee3405c604" providerId="ADAL" clId="{ADEE20CE-C610-42F7-84D7-E91507355080}" dt="2025-06-14T05:07:55.652" v="442" actId="14100"/>
          <ac:spMkLst>
            <pc:docMk/>
            <pc:sldMk cId="409205538" sldId="396"/>
            <ac:spMk id="4" creationId="{2C50C9F0-E1FE-2749-7BBF-6D5D322C446C}"/>
          </ac:spMkLst>
        </pc:spChg>
        <pc:spChg chg="add mod">
          <ac:chgData name="SHANIA PRICCILIA" userId="28f68feb-2ad7-4195-8423-6eee3405c604" providerId="ADAL" clId="{ADEE20CE-C610-42F7-84D7-E91507355080}" dt="2025-06-14T05:07:59.051" v="443" actId="14100"/>
          <ac:spMkLst>
            <pc:docMk/>
            <pc:sldMk cId="409205538" sldId="396"/>
            <ac:spMk id="5" creationId="{2AAAE4E9-91B8-459B-6A04-5D38E02B8397}"/>
          </ac:spMkLst>
        </pc:spChg>
        <pc:spChg chg="mod">
          <ac:chgData name="SHANIA PRICCILIA" userId="28f68feb-2ad7-4195-8423-6eee3405c604" providerId="ADAL" clId="{ADEE20CE-C610-42F7-84D7-E91507355080}" dt="2025-06-14T05:04:40.595" v="408" actId="20577"/>
          <ac:spMkLst>
            <pc:docMk/>
            <pc:sldMk cId="409205538" sldId="396"/>
            <ac:spMk id="7" creationId="{C4A0B87D-81FC-86C9-412A-E00B396A4BF6}"/>
          </ac:spMkLst>
        </pc:spChg>
      </pc:sldChg>
      <pc:sldChg chg="addSp modSp mod">
        <pc:chgData name="SHANIA PRICCILIA" userId="28f68feb-2ad7-4195-8423-6eee3405c604" providerId="ADAL" clId="{ADEE20CE-C610-42F7-84D7-E91507355080}" dt="2025-06-14T08:33:59.128" v="623" actId="1076"/>
        <pc:sldMkLst>
          <pc:docMk/>
          <pc:sldMk cId="3443013050" sldId="397"/>
        </pc:sldMkLst>
        <pc:spChg chg="mod">
          <ac:chgData name="SHANIA PRICCILIA" userId="28f68feb-2ad7-4195-8423-6eee3405c604" providerId="ADAL" clId="{ADEE20CE-C610-42F7-84D7-E91507355080}" dt="2025-06-14T06:25:33.370" v="565"/>
          <ac:spMkLst>
            <pc:docMk/>
            <pc:sldMk cId="3443013050" sldId="397"/>
            <ac:spMk id="2" creationId="{7182EF13-E3FF-3EFC-C241-2ED4DAC89566}"/>
          </ac:spMkLst>
        </pc:spChg>
        <pc:spChg chg="add mod">
          <ac:chgData name="SHANIA PRICCILIA" userId="28f68feb-2ad7-4195-8423-6eee3405c604" providerId="ADAL" clId="{ADEE20CE-C610-42F7-84D7-E91507355080}" dt="2025-06-14T08:33:59.128" v="623" actId="1076"/>
          <ac:spMkLst>
            <pc:docMk/>
            <pc:sldMk cId="3443013050" sldId="397"/>
            <ac:spMk id="3" creationId="{E2795A67-7E8C-2E53-73AD-80639820086D}"/>
          </ac:spMkLst>
        </pc:spChg>
        <pc:spChg chg="mod">
          <ac:chgData name="SHANIA PRICCILIA" userId="28f68feb-2ad7-4195-8423-6eee3405c604" providerId="ADAL" clId="{ADEE20CE-C610-42F7-84D7-E91507355080}" dt="2025-06-14T08:33:52.130" v="622" actId="404"/>
          <ac:spMkLst>
            <pc:docMk/>
            <pc:sldMk cId="3443013050" sldId="397"/>
            <ac:spMk id="4" creationId="{AFC5C7DD-A2D7-BE51-AEC9-15CA2AB0A469}"/>
          </ac:spMkLst>
        </pc:spChg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948086453" sldId="398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696264309" sldId="399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129293315" sldId="400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593976106" sldId="401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2515440498" sldId="402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4273590214" sldId="403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178292027" sldId="404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2390363238" sldId="405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263777252" sldId="406"/>
        </pc:sldMkLst>
      </pc:sldChg>
      <pc:sldChg chg="del">
        <pc:chgData name="SHANIA PRICCILIA" userId="28f68feb-2ad7-4195-8423-6eee3405c604" providerId="ADAL" clId="{ADEE20CE-C610-42F7-84D7-E91507355080}" dt="2025-06-14T14:59:14.053" v="1297" actId="47"/>
        <pc:sldMkLst>
          <pc:docMk/>
          <pc:sldMk cId="1617631021" sldId="407"/>
        </pc:sldMkLst>
      </pc:sldChg>
      <pc:sldChg chg="del">
        <pc:chgData name="SHANIA PRICCILIA" userId="28f68feb-2ad7-4195-8423-6eee3405c604" providerId="ADAL" clId="{ADEE20CE-C610-42F7-84D7-E91507355080}" dt="2025-06-14T14:59:15.575" v="1298" actId="47"/>
        <pc:sldMkLst>
          <pc:docMk/>
          <pc:sldMk cId="3102509994" sldId="408"/>
        </pc:sldMkLst>
      </pc:sldChg>
      <pc:sldChg chg="del">
        <pc:chgData name="SHANIA PRICCILIA" userId="28f68feb-2ad7-4195-8423-6eee3405c604" providerId="ADAL" clId="{ADEE20CE-C610-42F7-84D7-E91507355080}" dt="2025-06-14T14:59:19.262" v="1301" actId="47"/>
        <pc:sldMkLst>
          <pc:docMk/>
          <pc:sldMk cId="3499547640" sldId="409"/>
        </pc:sldMkLst>
      </pc:sldChg>
      <pc:sldChg chg="del">
        <pc:chgData name="SHANIA PRICCILIA" userId="28f68feb-2ad7-4195-8423-6eee3405c604" providerId="ADAL" clId="{ADEE20CE-C610-42F7-84D7-E91507355080}" dt="2025-06-14T14:59:18.105" v="1300" actId="47"/>
        <pc:sldMkLst>
          <pc:docMk/>
          <pc:sldMk cId="3385033690" sldId="410"/>
        </pc:sldMkLst>
      </pc:sldChg>
      <pc:sldChg chg="del">
        <pc:chgData name="SHANIA PRICCILIA" userId="28f68feb-2ad7-4195-8423-6eee3405c604" providerId="ADAL" clId="{ADEE20CE-C610-42F7-84D7-E91507355080}" dt="2025-06-14T14:59:22.509" v="1303" actId="47"/>
        <pc:sldMkLst>
          <pc:docMk/>
          <pc:sldMk cId="1627699461" sldId="411"/>
        </pc:sldMkLst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308260660" sldId="412"/>
        </pc:sldMkLst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3391772087" sldId="413"/>
        </pc:sldMkLst>
      </pc:sldChg>
      <pc:sldChg chg="addSp delSp modSp add del mod">
        <pc:chgData name="SHANIA PRICCILIA" userId="28f68feb-2ad7-4195-8423-6eee3405c604" providerId="ADAL" clId="{ADEE20CE-C610-42F7-84D7-E91507355080}" dt="2025-06-13T05:39:32.145" v="159" actId="47"/>
        <pc:sldMkLst>
          <pc:docMk/>
          <pc:sldMk cId="4038719002" sldId="414"/>
        </pc:sldMkLst>
      </pc:sldChg>
      <pc:sldChg chg="modSp add mod ord">
        <pc:chgData name="SHANIA PRICCILIA" userId="28f68feb-2ad7-4195-8423-6eee3405c604" providerId="ADAL" clId="{ADEE20CE-C610-42F7-84D7-E91507355080}" dt="2025-06-13T10:55:14.549" v="225" actId="113"/>
        <pc:sldMkLst>
          <pc:docMk/>
          <pc:sldMk cId="3310647891" sldId="415"/>
        </pc:sldMkLst>
        <pc:spChg chg="mod">
          <ac:chgData name="SHANIA PRICCILIA" userId="28f68feb-2ad7-4195-8423-6eee3405c604" providerId="ADAL" clId="{ADEE20CE-C610-42F7-84D7-E91507355080}" dt="2025-06-13T05:38:04.225" v="133" actId="1076"/>
          <ac:spMkLst>
            <pc:docMk/>
            <pc:sldMk cId="3310647891" sldId="415"/>
            <ac:spMk id="4" creationId="{10D182D3-AB29-0C11-CA45-C31426D6B90F}"/>
          </ac:spMkLst>
        </pc:spChg>
        <pc:spChg chg="mod">
          <ac:chgData name="SHANIA PRICCILIA" userId="28f68feb-2ad7-4195-8423-6eee3405c604" providerId="ADAL" clId="{ADEE20CE-C610-42F7-84D7-E91507355080}" dt="2025-06-13T10:55:12.088" v="224" actId="113"/>
          <ac:spMkLst>
            <pc:docMk/>
            <pc:sldMk cId="3310647891" sldId="415"/>
            <ac:spMk id="9" creationId="{20594C49-EEFF-7DAE-32D5-DC05162335AE}"/>
          </ac:spMkLst>
        </pc:spChg>
        <pc:spChg chg="mod">
          <ac:chgData name="SHANIA PRICCILIA" userId="28f68feb-2ad7-4195-8423-6eee3405c604" providerId="ADAL" clId="{ADEE20CE-C610-42F7-84D7-E91507355080}" dt="2025-06-13T10:55:14.549" v="225" actId="113"/>
          <ac:spMkLst>
            <pc:docMk/>
            <pc:sldMk cId="3310647891" sldId="415"/>
            <ac:spMk id="10" creationId="{0722E160-7D2B-0875-8891-59F2E2A43621}"/>
          </ac:spMkLst>
        </pc:spChg>
        <pc:spChg chg="mod">
          <ac:chgData name="SHANIA PRICCILIA" userId="28f68feb-2ad7-4195-8423-6eee3405c604" providerId="ADAL" clId="{ADEE20CE-C610-42F7-84D7-E91507355080}" dt="2025-06-13T05:39:19.255" v="155" actId="1076"/>
          <ac:spMkLst>
            <pc:docMk/>
            <pc:sldMk cId="3310647891" sldId="415"/>
            <ac:spMk id="11" creationId="{B8EE490B-C4BF-B870-44CE-4566FE07989A}"/>
          </ac:spMkLst>
        </pc:spChg>
      </pc:sldChg>
      <pc:sldChg chg="delSp modSp add mod">
        <pc:chgData name="SHANIA PRICCILIA" userId="28f68feb-2ad7-4195-8423-6eee3405c604" providerId="ADAL" clId="{ADEE20CE-C610-42F7-84D7-E91507355080}" dt="2025-06-13T10:55:08.477" v="223" actId="113"/>
        <pc:sldMkLst>
          <pc:docMk/>
          <pc:sldMk cId="555739090" sldId="416"/>
        </pc:sldMkLst>
        <pc:spChg chg="mod">
          <ac:chgData name="SHANIA PRICCILIA" userId="28f68feb-2ad7-4195-8423-6eee3405c604" providerId="ADAL" clId="{ADEE20CE-C610-42F7-84D7-E91507355080}" dt="2025-06-13T05:39:38.296" v="160" actId="20577"/>
          <ac:spMkLst>
            <pc:docMk/>
            <pc:sldMk cId="555739090" sldId="416"/>
            <ac:spMk id="4" creationId="{1BBE1722-F8C8-5973-99B8-B711B6017A72}"/>
          </ac:spMkLst>
        </pc:spChg>
        <pc:spChg chg="mod">
          <ac:chgData name="SHANIA PRICCILIA" userId="28f68feb-2ad7-4195-8423-6eee3405c604" providerId="ADAL" clId="{ADEE20CE-C610-42F7-84D7-E91507355080}" dt="2025-06-13T10:55:05.653" v="222" actId="113"/>
          <ac:spMkLst>
            <pc:docMk/>
            <pc:sldMk cId="555739090" sldId="416"/>
            <ac:spMk id="9" creationId="{75ABDB61-CFD5-A217-ECB4-41F1C8DA682C}"/>
          </ac:spMkLst>
        </pc:spChg>
        <pc:spChg chg="mod">
          <ac:chgData name="SHANIA PRICCILIA" userId="28f68feb-2ad7-4195-8423-6eee3405c604" providerId="ADAL" clId="{ADEE20CE-C610-42F7-84D7-E91507355080}" dt="2025-06-13T10:55:08.477" v="223" actId="113"/>
          <ac:spMkLst>
            <pc:docMk/>
            <pc:sldMk cId="555739090" sldId="416"/>
            <ac:spMk id="10" creationId="{407FB04A-3107-621B-3710-20B14484803B}"/>
          </ac:spMkLst>
        </pc:spChg>
      </pc:sldChg>
      <pc:sldChg chg="addSp delSp modSp add mod">
        <pc:chgData name="SHANIA PRICCILIA" userId="28f68feb-2ad7-4195-8423-6eee3405c604" providerId="ADAL" clId="{ADEE20CE-C610-42F7-84D7-E91507355080}" dt="2025-06-14T08:44:36.763" v="822" actId="20577"/>
        <pc:sldMkLst>
          <pc:docMk/>
          <pc:sldMk cId="1273842901" sldId="417"/>
        </pc:sldMkLst>
        <pc:spChg chg="mod">
          <ac:chgData name="SHANIA PRICCILIA" userId="28f68feb-2ad7-4195-8423-6eee3405c604" providerId="ADAL" clId="{ADEE20CE-C610-42F7-84D7-E91507355080}" dt="2025-06-13T10:53:37.983" v="203" actId="20577"/>
          <ac:spMkLst>
            <pc:docMk/>
            <pc:sldMk cId="1273842901" sldId="417"/>
            <ac:spMk id="4" creationId="{2A110D0A-59B2-1AC9-5F8B-F7F34D4EF5BE}"/>
          </ac:spMkLst>
        </pc:spChg>
        <pc:spChg chg="add del mod">
          <ac:chgData name="SHANIA PRICCILIA" userId="28f68feb-2ad7-4195-8423-6eee3405c604" providerId="ADAL" clId="{ADEE20CE-C610-42F7-84D7-E91507355080}" dt="2025-06-14T08:44:36.763" v="822" actId="20577"/>
          <ac:spMkLst>
            <pc:docMk/>
            <pc:sldMk cId="1273842901" sldId="417"/>
            <ac:spMk id="9" creationId="{4459485D-41C7-5512-CDAE-8814F9EC39EF}"/>
          </ac:spMkLst>
        </pc:spChg>
      </pc:sldChg>
      <pc:sldChg chg="modSp add mod">
        <pc:chgData name="SHANIA PRICCILIA" userId="28f68feb-2ad7-4195-8423-6eee3405c604" providerId="ADAL" clId="{ADEE20CE-C610-42F7-84D7-E91507355080}" dt="2025-06-13T10:55:45.857" v="228" actId="20577"/>
        <pc:sldMkLst>
          <pc:docMk/>
          <pc:sldMk cId="3505766951" sldId="418"/>
        </pc:sldMkLst>
        <pc:spChg chg="mod">
          <ac:chgData name="SHANIA PRICCILIA" userId="28f68feb-2ad7-4195-8423-6eee3405c604" providerId="ADAL" clId="{ADEE20CE-C610-42F7-84D7-E91507355080}" dt="2025-06-13T10:55:45.857" v="228" actId="20577"/>
          <ac:spMkLst>
            <pc:docMk/>
            <pc:sldMk cId="3505766951" sldId="418"/>
            <ac:spMk id="4" creationId="{D24AD3C5-D17C-6B90-40A8-02ED90B5524D}"/>
          </ac:spMkLst>
        </pc:spChg>
        <pc:spChg chg="mod">
          <ac:chgData name="SHANIA PRICCILIA" userId="28f68feb-2ad7-4195-8423-6eee3405c604" providerId="ADAL" clId="{ADEE20CE-C610-42F7-84D7-E91507355080}" dt="2025-06-13T10:54:55.348" v="220" actId="14100"/>
          <ac:spMkLst>
            <pc:docMk/>
            <pc:sldMk cId="3505766951" sldId="418"/>
            <ac:spMk id="9" creationId="{370C2E47-680C-DA0A-A556-A73290624A78}"/>
          </ac:spMkLst>
        </pc:spChg>
      </pc:sldChg>
      <pc:sldChg chg="addSp modSp add mod">
        <pc:chgData name="SHANIA PRICCILIA" userId="28f68feb-2ad7-4195-8423-6eee3405c604" providerId="ADAL" clId="{ADEE20CE-C610-42F7-84D7-E91507355080}" dt="2025-06-13T10:59:18.369" v="256" actId="1076"/>
        <pc:sldMkLst>
          <pc:docMk/>
          <pc:sldMk cId="1853442885" sldId="419"/>
        </pc:sldMkLst>
        <pc:spChg chg="mod">
          <ac:chgData name="SHANIA PRICCILIA" userId="28f68feb-2ad7-4195-8423-6eee3405c604" providerId="ADAL" clId="{ADEE20CE-C610-42F7-84D7-E91507355080}" dt="2025-06-13T10:55:51.136" v="230" actId="20577"/>
          <ac:spMkLst>
            <pc:docMk/>
            <pc:sldMk cId="1853442885" sldId="419"/>
            <ac:spMk id="4" creationId="{5E0CBF55-C391-13E2-16AD-3696DD72D0D8}"/>
          </ac:spMkLst>
        </pc:spChg>
        <pc:spChg chg="add mod">
          <ac:chgData name="SHANIA PRICCILIA" userId="28f68feb-2ad7-4195-8423-6eee3405c604" providerId="ADAL" clId="{ADEE20CE-C610-42F7-84D7-E91507355080}" dt="2025-06-13T10:59:18.369" v="256" actId="1076"/>
          <ac:spMkLst>
            <pc:docMk/>
            <pc:sldMk cId="1853442885" sldId="419"/>
            <ac:spMk id="5" creationId="{DCCE4576-3D8A-4500-1310-C8AE73CFDF54}"/>
          </ac:spMkLst>
        </pc:spChg>
        <pc:spChg chg="mod">
          <ac:chgData name="SHANIA PRICCILIA" userId="28f68feb-2ad7-4195-8423-6eee3405c604" providerId="ADAL" clId="{ADEE20CE-C610-42F7-84D7-E91507355080}" dt="2025-06-13T10:59:14.986" v="255" actId="403"/>
          <ac:spMkLst>
            <pc:docMk/>
            <pc:sldMk cId="1853442885" sldId="419"/>
            <ac:spMk id="9" creationId="{86755CE8-DB36-9455-12BC-BFF0C7314FF3}"/>
          </ac:spMkLst>
        </pc:spChg>
      </pc:sldChg>
      <pc:sldChg chg="addSp delSp modSp add mod">
        <pc:chgData name="SHANIA PRICCILIA" userId="28f68feb-2ad7-4195-8423-6eee3405c604" providerId="ADAL" clId="{ADEE20CE-C610-42F7-84D7-E91507355080}" dt="2025-06-13T11:10:50.930" v="287" actId="113"/>
        <pc:sldMkLst>
          <pc:docMk/>
          <pc:sldMk cId="2582820796" sldId="420"/>
        </pc:sldMkLst>
        <pc:spChg chg="mod">
          <ac:chgData name="SHANIA PRICCILIA" userId="28f68feb-2ad7-4195-8423-6eee3405c604" providerId="ADAL" clId="{ADEE20CE-C610-42F7-84D7-E91507355080}" dt="2025-06-13T11:10:50.930" v="287" actId="113"/>
          <ac:spMkLst>
            <pc:docMk/>
            <pc:sldMk cId="2582820796" sldId="420"/>
            <ac:spMk id="5" creationId="{1E2C20C8-C895-A1B4-5550-41B6C5F57C31}"/>
          </ac:spMkLst>
        </pc:spChg>
        <pc:spChg chg="mod">
          <ac:chgData name="SHANIA PRICCILIA" userId="28f68feb-2ad7-4195-8423-6eee3405c604" providerId="ADAL" clId="{ADEE20CE-C610-42F7-84D7-E91507355080}" dt="2025-06-13T11:01:03.683" v="269" actId="20577"/>
          <ac:spMkLst>
            <pc:docMk/>
            <pc:sldMk cId="2582820796" sldId="420"/>
            <ac:spMk id="7" creationId="{172A706A-BD0E-1897-92E2-AAED9E8504FC}"/>
          </ac:spMkLst>
        </pc:spChg>
        <pc:picChg chg="add mod">
          <ac:chgData name="SHANIA PRICCILIA" userId="28f68feb-2ad7-4195-8423-6eee3405c604" providerId="ADAL" clId="{ADEE20CE-C610-42F7-84D7-E91507355080}" dt="2025-06-13T11:10:37.954" v="283" actId="1076"/>
          <ac:picMkLst>
            <pc:docMk/>
            <pc:sldMk cId="2582820796" sldId="420"/>
            <ac:picMk id="6" creationId="{9CFE4EC0-3B43-3A33-F14F-6F206AEE0C5C}"/>
          </ac:picMkLst>
        </pc:picChg>
      </pc:sldChg>
      <pc:sldChg chg="addSp delSp modSp add mod">
        <pc:chgData name="SHANIA PRICCILIA" userId="28f68feb-2ad7-4195-8423-6eee3405c604" providerId="ADAL" clId="{ADEE20CE-C610-42F7-84D7-E91507355080}" dt="2025-06-13T11:26:36.916" v="381"/>
        <pc:sldMkLst>
          <pc:docMk/>
          <pc:sldMk cId="207807397" sldId="421"/>
        </pc:sldMkLst>
        <pc:spChg chg="mod">
          <ac:chgData name="SHANIA PRICCILIA" userId="28f68feb-2ad7-4195-8423-6eee3405c604" providerId="ADAL" clId="{ADEE20CE-C610-42F7-84D7-E91507355080}" dt="2025-06-13T11:26:36.916" v="381"/>
          <ac:spMkLst>
            <pc:docMk/>
            <pc:sldMk cId="207807397" sldId="421"/>
            <ac:spMk id="2" creationId="{31203CAA-B7C7-E18F-3C9F-11892A4135BE}"/>
          </ac:spMkLst>
        </pc:spChg>
        <pc:spChg chg="mod">
          <ac:chgData name="SHANIA PRICCILIA" userId="28f68feb-2ad7-4195-8423-6eee3405c604" providerId="ADAL" clId="{ADEE20CE-C610-42F7-84D7-E91507355080}" dt="2025-06-13T11:24:59.930" v="380" actId="20577"/>
          <ac:spMkLst>
            <pc:docMk/>
            <pc:sldMk cId="207807397" sldId="421"/>
            <ac:spMk id="5" creationId="{DDA1F44D-65AC-47CF-6191-6D1E7A54F79C}"/>
          </ac:spMkLst>
        </pc:spChg>
        <pc:spChg chg="mod">
          <ac:chgData name="SHANIA PRICCILIA" userId="28f68feb-2ad7-4195-8423-6eee3405c604" providerId="ADAL" clId="{ADEE20CE-C610-42F7-84D7-E91507355080}" dt="2025-06-13T11:11:55.009" v="314" actId="20577"/>
          <ac:spMkLst>
            <pc:docMk/>
            <pc:sldMk cId="207807397" sldId="421"/>
            <ac:spMk id="7" creationId="{99658AD8-3895-8BBB-B4F3-5B201B01D9DE}"/>
          </ac:spMkLst>
        </pc:spChg>
        <pc:picChg chg="add mod">
          <ac:chgData name="SHANIA PRICCILIA" userId="28f68feb-2ad7-4195-8423-6eee3405c604" providerId="ADAL" clId="{ADEE20CE-C610-42F7-84D7-E91507355080}" dt="2025-06-13T11:20:21.733" v="318" actId="14100"/>
          <ac:picMkLst>
            <pc:docMk/>
            <pc:sldMk cId="207807397" sldId="421"/>
            <ac:picMk id="3" creationId="{DA22961C-4F64-275A-49AD-06C984633283}"/>
          </ac:picMkLst>
        </pc:picChg>
      </pc:sldChg>
      <pc:sldChg chg="addSp delSp modSp add del mod">
        <pc:chgData name="SHANIA PRICCILIA" userId="28f68feb-2ad7-4195-8423-6eee3405c604" providerId="ADAL" clId="{ADEE20CE-C610-42F7-84D7-E91507355080}" dt="2025-06-14T06:24:32.838" v="564" actId="2696"/>
        <pc:sldMkLst>
          <pc:docMk/>
          <pc:sldMk cId="1514776499" sldId="422"/>
        </pc:sldMkLst>
      </pc:sldChg>
      <pc:sldChg chg="delSp modSp add mod">
        <pc:chgData name="SHANIA PRICCILIA" userId="28f68feb-2ad7-4195-8423-6eee3405c604" providerId="ADAL" clId="{ADEE20CE-C610-42F7-84D7-E91507355080}" dt="2025-06-14T06:22:57.424" v="509" actId="113"/>
        <pc:sldMkLst>
          <pc:docMk/>
          <pc:sldMk cId="3521437550" sldId="423"/>
        </pc:sldMkLst>
        <pc:spChg chg="mod">
          <ac:chgData name="SHANIA PRICCILIA" userId="28f68feb-2ad7-4195-8423-6eee3405c604" providerId="ADAL" clId="{ADEE20CE-C610-42F7-84D7-E91507355080}" dt="2025-06-14T06:22:57.424" v="509" actId="113"/>
          <ac:spMkLst>
            <pc:docMk/>
            <pc:sldMk cId="3521437550" sldId="423"/>
            <ac:spMk id="4" creationId="{25C82024-CC28-7EFB-DBEF-BDCF3DCC27F1}"/>
          </ac:spMkLst>
        </pc:spChg>
        <pc:spChg chg="mod">
          <ac:chgData name="SHANIA PRICCILIA" userId="28f68feb-2ad7-4195-8423-6eee3405c604" providerId="ADAL" clId="{ADEE20CE-C610-42F7-84D7-E91507355080}" dt="2025-06-14T05:09:44.091" v="460" actId="20577"/>
          <ac:spMkLst>
            <pc:docMk/>
            <pc:sldMk cId="3521437550" sldId="423"/>
            <ac:spMk id="7" creationId="{FD36E9B1-0E5B-5DE7-BEEA-7F7135CB69C7}"/>
          </ac:spMkLst>
        </pc:spChg>
        <pc:spChg chg="mod">
          <ac:chgData name="SHANIA PRICCILIA" userId="28f68feb-2ad7-4195-8423-6eee3405c604" providerId="ADAL" clId="{ADEE20CE-C610-42F7-84D7-E91507355080}" dt="2025-06-14T06:22:34.959" v="507" actId="20577"/>
          <ac:spMkLst>
            <pc:docMk/>
            <pc:sldMk cId="3521437550" sldId="423"/>
            <ac:spMk id="9" creationId="{C59A87AF-6BDE-758C-D18E-932ACBA497EB}"/>
          </ac:spMkLst>
        </pc:spChg>
      </pc:sldChg>
      <pc:sldChg chg="modSp add mod">
        <pc:chgData name="SHANIA PRICCILIA" userId="28f68feb-2ad7-4195-8423-6eee3405c604" providerId="ADAL" clId="{ADEE20CE-C610-42F7-84D7-E91507355080}" dt="2025-06-14T06:23:55.465" v="562" actId="20577"/>
        <pc:sldMkLst>
          <pc:docMk/>
          <pc:sldMk cId="3881936262" sldId="424"/>
        </pc:sldMkLst>
        <pc:spChg chg="mod">
          <ac:chgData name="SHANIA PRICCILIA" userId="28f68feb-2ad7-4195-8423-6eee3405c604" providerId="ADAL" clId="{ADEE20CE-C610-42F7-84D7-E91507355080}" dt="2025-06-14T06:23:24.187" v="517" actId="1076"/>
          <ac:spMkLst>
            <pc:docMk/>
            <pc:sldMk cId="3881936262" sldId="424"/>
            <ac:spMk id="4" creationId="{4444749B-3896-1DB9-2494-5CCBC8526C33}"/>
          </ac:spMkLst>
        </pc:spChg>
        <pc:spChg chg="mod">
          <ac:chgData name="SHANIA PRICCILIA" userId="28f68feb-2ad7-4195-8423-6eee3405c604" providerId="ADAL" clId="{ADEE20CE-C610-42F7-84D7-E91507355080}" dt="2025-06-14T06:23:55.465" v="562" actId="20577"/>
          <ac:spMkLst>
            <pc:docMk/>
            <pc:sldMk cId="3881936262" sldId="424"/>
            <ac:spMk id="9" creationId="{04CD9987-3E7D-1C48-2F64-BE48EAC6F7B5}"/>
          </ac:spMkLst>
        </pc:spChg>
      </pc:sldChg>
      <pc:sldChg chg="addSp delSp modSp add mod">
        <pc:chgData name="SHANIA PRICCILIA" userId="28f68feb-2ad7-4195-8423-6eee3405c604" providerId="ADAL" clId="{ADEE20CE-C610-42F7-84D7-E91507355080}" dt="2025-06-14T08:34:09.808" v="625" actId="403"/>
        <pc:sldMkLst>
          <pc:docMk/>
          <pc:sldMk cId="2341044594" sldId="425"/>
        </pc:sldMkLst>
        <pc:spChg chg="mod">
          <ac:chgData name="SHANIA PRICCILIA" userId="28f68feb-2ad7-4195-8423-6eee3405c604" providerId="ADAL" clId="{ADEE20CE-C610-42F7-84D7-E91507355080}" dt="2025-06-14T08:34:09.808" v="625" actId="403"/>
          <ac:spMkLst>
            <pc:docMk/>
            <pc:sldMk cId="2341044594" sldId="425"/>
            <ac:spMk id="3" creationId="{25055BEF-380D-1E10-6172-6F0D984D73D7}"/>
          </ac:spMkLst>
        </pc:spChg>
        <pc:spChg chg="mod">
          <ac:chgData name="SHANIA PRICCILIA" userId="28f68feb-2ad7-4195-8423-6eee3405c604" providerId="ADAL" clId="{ADEE20CE-C610-42F7-84D7-E91507355080}" dt="2025-06-14T08:26:16.254" v="607" actId="20577"/>
          <ac:spMkLst>
            <pc:docMk/>
            <pc:sldMk cId="2341044594" sldId="425"/>
            <ac:spMk id="7" creationId="{254F9592-4761-F629-CB93-51539E7498B7}"/>
          </ac:spMkLst>
        </pc:spChg>
      </pc:sldChg>
      <pc:sldChg chg="addSp delSp modSp add mod">
        <pc:chgData name="SHANIA PRICCILIA" userId="28f68feb-2ad7-4195-8423-6eee3405c604" providerId="ADAL" clId="{ADEE20CE-C610-42F7-84D7-E91507355080}" dt="2025-06-14T08:34:56.472" v="638" actId="14100"/>
        <pc:sldMkLst>
          <pc:docMk/>
          <pc:sldMk cId="2833299820" sldId="426"/>
        </pc:sldMkLst>
        <pc:spChg chg="mod">
          <ac:chgData name="SHANIA PRICCILIA" userId="28f68feb-2ad7-4195-8423-6eee3405c604" providerId="ADAL" clId="{ADEE20CE-C610-42F7-84D7-E91507355080}" dt="2025-06-14T08:28:46.010" v="620" actId="20577"/>
          <ac:spMkLst>
            <pc:docMk/>
            <pc:sldMk cId="2833299820" sldId="426"/>
            <ac:spMk id="7" creationId="{186FBF32-DCF9-7638-64A8-9B44E4D6F19A}"/>
          </ac:spMkLst>
        </pc:spChg>
        <pc:picChg chg="add mod">
          <ac:chgData name="SHANIA PRICCILIA" userId="28f68feb-2ad7-4195-8423-6eee3405c604" providerId="ADAL" clId="{ADEE20CE-C610-42F7-84D7-E91507355080}" dt="2025-06-14T08:34:56.472" v="638" actId="14100"/>
          <ac:picMkLst>
            <pc:docMk/>
            <pc:sldMk cId="2833299820" sldId="426"/>
            <ac:picMk id="8" creationId="{17B347D2-9B7D-76E9-8687-A4FE49A32B6E}"/>
          </ac:picMkLst>
        </pc:picChg>
      </pc:sldChg>
      <pc:sldChg chg="addSp delSp modSp add del mod">
        <pc:chgData name="SHANIA PRICCILIA" userId="28f68feb-2ad7-4195-8423-6eee3405c604" providerId="ADAL" clId="{ADEE20CE-C610-42F7-84D7-E91507355080}" dt="2025-06-14T08:47:35.618" v="865" actId="14100"/>
        <pc:sldMkLst>
          <pc:docMk/>
          <pc:sldMk cId="1479574644" sldId="427"/>
        </pc:sldMkLst>
        <pc:spChg chg="mod">
          <ac:chgData name="SHANIA PRICCILIA" userId="28f68feb-2ad7-4195-8423-6eee3405c604" providerId="ADAL" clId="{ADEE20CE-C610-42F7-84D7-E91507355080}" dt="2025-06-14T08:45:48.396" v="834" actId="20577"/>
          <ac:spMkLst>
            <pc:docMk/>
            <pc:sldMk cId="1479574644" sldId="427"/>
            <ac:spMk id="5" creationId="{B8BF0AB4-DEE8-F12A-5D12-76A274318FF3}"/>
          </ac:spMkLst>
        </pc:spChg>
        <pc:spChg chg="add mod">
          <ac:chgData name="SHANIA PRICCILIA" userId="28f68feb-2ad7-4195-8423-6eee3405c604" providerId="ADAL" clId="{ADEE20CE-C610-42F7-84D7-E91507355080}" dt="2025-06-14T08:47:33.445" v="864" actId="1076"/>
          <ac:spMkLst>
            <pc:docMk/>
            <pc:sldMk cId="1479574644" sldId="427"/>
            <ac:spMk id="10" creationId="{1F0196CD-7437-E65D-ED2B-DE1EF28D89C0}"/>
          </ac:spMkLst>
        </pc:spChg>
        <pc:picChg chg="add mod">
          <ac:chgData name="SHANIA PRICCILIA" userId="28f68feb-2ad7-4195-8423-6eee3405c604" providerId="ADAL" clId="{ADEE20CE-C610-42F7-84D7-E91507355080}" dt="2025-06-14T08:47:35.618" v="865" actId="14100"/>
          <ac:picMkLst>
            <pc:docMk/>
            <pc:sldMk cId="1479574644" sldId="427"/>
            <ac:picMk id="8" creationId="{7307A3F6-1B08-9AC0-EEC6-2F0703AB92AA}"/>
          </ac:picMkLst>
        </pc:picChg>
      </pc:sldChg>
      <pc:sldChg chg="addSp delSp modSp add mod">
        <pc:chgData name="SHANIA PRICCILIA" userId="28f68feb-2ad7-4195-8423-6eee3405c604" providerId="ADAL" clId="{ADEE20CE-C610-42F7-84D7-E91507355080}" dt="2025-06-14T10:31:29.270" v="1162" actId="20577"/>
        <pc:sldMkLst>
          <pc:docMk/>
          <pc:sldMk cId="1069866083" sldId="428"/>
        </pc:sldMkLst>
        <pc:spChg chg="mod">
          <ac:chgData name="SHANIA PRICCILIA" userId="28f68feb-2ad7-4195-8423-6eee3405c604" providerId="ADAL" clId="{ADEE20CE-C610-42F7-84D7-E91507355080}" dt="2025-06-14T10:27:06.061" v="1145" actId="20577"/>
          <ac:spMkLst>
            <pc:docMk/>
            <pc:sldMk cId="1069866083" sldId="428"/>
            <ac:spMk id="4" creationId="{27224581-B63F-5C5D-F605-9C66E059B177}"/>
          </ac:spMkLst>
        </pc:spChg>
        <pc:spChg chg="mod">
          <ac:chgData name="SHANIA PRICCILIA" userId="28f68feb-2ad7-4195-8423-6eee3405c604" providerId="ADAL" clId="{ADEE20CE-C610-42F7-84D7-E91507355080}" dt="2025-06-14T10:31:29.270" v="1162" actId="20577"/>
          <ac:spMkLst>
            <pc:docMk/>
            <pc:sldMk cId="1069866083" sldId="428"/>
            <ac:spMk id="5" creationId="{3037C1B8-2251-FE99-C319-673623382282}"/>
          </ac:spMkLst>
        </pc:spChg>
        <pc:spChg chg="add mod">
          <ac:chgData name="SHANIA PRICCILIA" userId="28f68feb-2ad7-4195-8423-6eee3405c604" providerId="ADAL" clId="{ADEE20CE-C610-42F7-84D7-E91507355080}" dt="2025-06-14T10:26:56.166" v="1141"/>
          <ac:spMkLst>
            <pc:docMk/>
            <pc:sldMk cId="1069866083" sldId="428"/>
            <ac:spMk id="8" creationId="{2FD566BE-C82F-BE83-D5CC-046FEB37E58D}"/>
          </ac:spMkLst>
        </pc:spChg>
        <pc:picChg chg="add mod">
          <ac:chgData name="SHANIA PRICCILIA" userId="28f68feb-2ad7-4195-8423-6eee3405c604" providerId="ADAL" clId="{ADEE20CE-C610-42F7-84D7-E91507355080}" dt="2025-06-14T10:25:28.107" v="1113" actId="14100"/>
          <ac:picMkLst>
            <pc:docMk/>
            <pc:sldMk cId="1069866083" sldId="428"/>
            <ac:picMk id="6" creationId="{F0B56373-E755-265F-A3E7-AA0565C41488}"/>
          </ac:picMkLst>
        </pc:picChg>
        <pc:picChg chg="add mod">
          <ac:chgData name="SHANIA PRICCILIA" userId="28f68feb-2ad7-4195-8423-6eee3405c604" providerId="ADAL" clId="{ADEE20CE-C610-42F7-84D7-E91507355080}" dt="2025-06-14T10:31:22.155" v="1155" actId="14100"/>
          <ac:picMkLst>
            <pc:docMk/>
            <pc:sldMk cId="1069866083" sldId="428"/>
            <ac:picMk id="10" creationId="{70C953E2-F02F-76C6-AD74-DCBBEFF0317D}"/>
          </ac:picMkLst>
        </pc:picChg>
      </pc:sldChg>
      <pc:sldChg chg="addSp delSp modSp add del mod ord">
        <pc:chgData name="SHANIA PRICCILIA" userId="28f68feb-2ad7-4195-8423-6eee3405c604" providerId="ADAL" clId="{ADEE20CE-C610-42F7-84D7-E91507355080}" dt="2025-06-14T09:29:04.308" v="1034" actId="2696"/>
        <pc:sldMkLst>
          <pc:docMk/>
          <pc:sldMk cId="2468850122" sldId="428"/>
        </pc:sldMkLst>
      </pc:sldChg>
      <pc:sldChg chg="modSp add mod ord">
        <pc:chgData name="SHANIA PRICCILIA" userId="28f68feb-2ad7-4195-8423-6eee3405c604" providerId="ADAL" clId="{ADEE20CE-C610-42F7-84D7-E91507355080}" dt="2025-06-14T10:38:16.814" v="1199" actId="207"/>
        <pc:sldMkLst>
          <pc:docMk/>
          <pc:sldMk cId="959896851" sldId="429"/>
        </pc:sldMkLst>
        <pc:spChg chg="mod">
          <ac:chgData name="SHANIA PRICCILIA" userId="28f68feb-2ad7-4195-8423-6eee3405c604" providerId="ADAL" clId="{ADEE20CE-C610-42F7-84D7-E91507355080}" dt="2025-06-14T10:36:43.963" v="1176" actId="20577"/>
          <ac:spMkLst>
            <pc:docMk/>
            <pc:sldMk cId="959896851" sldId="429"/>
            <ac:spMk id="2" creationId="{B09F2B7A-C058-C129-37D0-817491B3A548}"/>
          </ac:spMkLst>
        </pc:spChg>
        <pc:spChg chg="mod">
          <ac:chgData name="SHANIA PRICCILIA" userId="28f68feb-2ad7-4195-8423-6eee3405c604" providerId="ADAL" clId="{ADEE20CE-C610-42F7-84D7-E91507355080}" dt="2025-06-14T10:38:16.814" v="1199" actId="207"/>
          <ac:spMkLst>
            <pc:docMk/>
            <pc:sldMk cId="959896851" sldId="429"/>
            <ac:spMk id="4" creationId="{3A1A18BD-D005-036D-7C1C-DCF86080DFC8}"/>
          </ac:spMkLst>
        </pc:spChg>
      </pc:sldChg>
      <pc:sldChg chg="addSp delSp modSp add mod ord">
        <pc:chgData name="SHANIA PRICCILIA" userId="28f68feb-2ad7-4195-8423-6eee3405c604" providerId="ADAL" clId="{ADEE20CE-C610-42F7-84D7-E91507355080}" dt="2025-06-14T10:43:59.722" v="1237" actId="1076"/>
        <pc:sldMkLst>
          <pc:docMk/>
          <pc:sldMk cId="1068755758" sldId="430"/>
        </pc:sldMkLst>
        <pc:spChg chg="mod">
          <ac:chgData name="SHANIA PRICCILIA" userId="28f68feb-2ad7-4195-8423-6eee3405c604" providerId="ADAL" clId="{ADEE20CE-C610-42F7-84D7-E91507355080}" dt="2025-06-14T10:38:42.634" v="1213" actId="20577"/>
          <ac:spMkLst>
            <pc:docMk/>
            <pc:sldMk cId="1068755758" sldId="430"/>
            <ac:spMk id="2" creationId="{877D1450-F2BE-88F8-B3BA-0A19C26A9963}"/>
          </ac:spMkLst>
        </pc:spChg>
        <pc:spChg chg="add mod">
          <ac:chgData name="SHANIA PRICCILIA" userId="28f68feb-2ad7-4195-8423-6eee3405c604" providerId="ADAL" clId="{ADEE20CE-C610-42F7-84D7-E91507355080}" dt="2025-06-14T10:43:59.722" v="1237" actId="1076"/>
          <ac:spMkLst>
            <pc:docMk/>
            <pc:sldMk cId="1068755758" sldId="430"/>
            <ac:spMk id="14" creationId="{FD61FCAD-657F-1A73-33C2-8DF4C7BF9698}"/>
          </ac:spMkLst>
        </pc:spChg>
        <pc:picChg chg="add mod">
          <ac:chgData name="SHANIA PRICCILIA" userId="28f68feb-2ad7-4195-8423-6eee3405c604" providerId="ADAL" clId="{ADEE20CE-C610-42F7-84D7-E91507355080}" dt="2025-06-14T10:43:39.868" v="1231" actId="14100"/>
          <ac:picMkLst>
            <pc:docMk/>
            <pc:sldMk cId="1068755758" sldId="430"/>
            <ac:picMk id="13" creationId="{03DF9C56-50C2-C0E7-7802-A971CA85CB69}"/>
          </ac:picMkLst>
        </pc:picChg>
      </pc:sldChg>
      <pc:sldChg chg="add del">
        <pc:chgData name="SHANIA PRICCILIA" userId="28f68feb-2ad7-4195-8423-6eee3405c604" providerId="ADAL" clId="{ADEE20CE-C610-42F7-84D7-E91507355080}" dt="2025-06-14T14:53:45.395" v="1240" actId="47"/>
        <pc:sldMkLst>
          <pc:docMk/>
          <pc:sldMk cId="2945942533" sldId="431"/>
        </pc:sldMkLst>
      </pc:sldChg>
      <pc:sldChg chg="addSp delSp modSp add mod">
        <pc:chgData name="SHANIA PRICCILIA" userId="28f68feb-2ad7-4195-8423-6eee3405c604" providerId="ADAL" clId="{ADEE20CE-C610-42F7-84D7-E91507355080}" dt="2025-06-14T14:58:32.138" v="1295" actId="1076"/>
        <pc:sldMkLst>
          <pc:docMk/>
          <pc:sldMk cId="2421933817" sldId="432"/>
        </pc:sldMkLst>
        <pc:spChg chg="add mod">
          <ac:chgData name="SHANIA PRICCILIA" userId="28f68feb-2ad7-4195-8423-6eee3405c604" providerId="ADAL" clId="{ADEE20CE-C610-42F7-84D7-E91507355080}" dt="2025-06-14T14:58:32.138" v="1295" actId="1076"/>
          <ac:spMkLst>
            <pc:docMk/>
            <pc:sldMk cId="2421933817" sldId="432"/>
            <ac:spMk id="6" creationId="{E6943951-15B9-8679-115A-C989007EF278}"/>
          </ac:spMkLst>
        </pc:spChg>
        <pc:spChg chg="mod">
          <ac:chgData name="SHANIA PRICCILIA" userId="28f68feb-2ad7-4195-8423-6eee3405c604" providerId="ADAL" clId="{ADEE20CE-C610-42F7-84D7-E91507355080}" dt="2025-06-14T14:57:24.576" v="1278" actId="20577"/>
          <ac:spMkLst>
            <pc:docMk/>
            <pc:sldMk cId="2421933817" sldId="432"/>
            <ac:spMk id="14" creationId="{E6FA9B8A-A815-F3AC-A9E2-3DD431405E15}"/>
          </ac:spMkLst>
        </pc:spChg>
        <pc:picChg chg="add mod">
          <ac:chgData name="SHANIA PRICCILIA" userId="28f68feb-2ad7-4195-8423-6eee3405c604" providerId="ADAL" clId="{ADEE20CE-C610-42F7-84D7-E91507355080}" dt="2025-06-14T14:57:09.607" v="1246" actId="14100"/>
          <ac:picMkLst>
            <pc:docMk/>
            <pc:sldMk cId="2421933817" sldId="432"/>
            <ac:picMk id="4" creationId="{4956714B-A490-5C4E-1B87-A76E10DD795A}"/>
          </ac:picMkLst>
        </pc:picChg>
      </pc:sldChg>
      <pc:sldChg chg="addSp modSp add mod">
        <pc:chgData name="SHANIA PRICCILIA" userId="28f68feb-2ad7-4195-8423-6eee3405c604" providerId="ADAL" clId="{ADEE20CE-C610-42F7-84D7-E91507355080}" dt="2025-06-14T15:02:25.233" v="1343" actId="1076"/>
        <pc:sldMkLst>
          <pc:docMk/>
          <pc:sldMk cId="969322030" sldId="433"/>
        </pc:sldMkLst>
        <pc:spChg chg="add mod">
          <ac:chgData name="SHANIA PRICCILIA" userId="28f68feb-2ad7-4195-8423-6eee3405c604" providerId="ADAL" clId="{ADEE20CE-C610-42F7-84D7-E91507355080}" dt="2025-06-14T15:02:25.233" v="1343" actId="1076"/>
          <ac:spMkLst>
            <pc:docMk/>
            <pc:sldMk cId="969322030" sldId="433"/>
            <ac:spMk id="3" creationId="{1F671635-BB34-55D5-2ADF-FBDD96F4A16B}"/>
          </ac:spMkLst>
        </pc:spChg>
        <pc:spChg chg="mod">
          <ac:chgData name="SHANIA PRICCILIA" userId="28f68feb-2ad7-4195-8423-6eee3405c604" providerId="ADAL" clId="{ADEE20CE-C610-42F7-84D7-E91507355080}" dt="2025-06-14T15:02:02.245" v="1338" actId="20577"/>
          <ac:spMkLst>
            <pc:docMk/>
            <pc:sldMk cId="969322030" sldId="433"/>
            <ac:spMk id="4" creationId="{9EDA44E4-A9EB-F823-C81C-1C13969224C6}"/>
          </ac:spMkLst>
        </pc:spChg>
      </pc:sldChg>
      <pc:sldChg chg="addSp modSp add mod">
        <pc:chgData name="SHANIA PRICCILIA" userId="28f68feb-2ad7-4195-8423-6eee3405c604" providerId="ADAL" clId="{ADEE20CE-C610-42F7-84D7-E91507355080}" dt="2025-06-14T15:13:27.262" v="1477" actId="20577"/>
        <pc:sldMkLst>
          <pc:docMk/>
          <pc:sldMk cId="2348657055" sldId="434"/>
        </pc:sldMkLst>
        <pc:spChg chg="mod">
          <ac:chgData name="SHANIA PRICCILIA" userId="28f68feb-2ad7-4195-8423-6eee3405c604" providerId="ADAL" clId="{ADEE20CE-C610-42F7-84D7-E91507355080}" dt="2025-06-14T15:09:42.944" v="1437" actId="15"/>
          <ac:spMkLst>
            <pc:docMk/>
            <pc:sldMk cId="2348657055" sldId="434"/>
            <ac:spMk id="3" creationId="{D501566A-8CB2-C563-4286-B46B5AD78BDF}"/>
          </ac:spMkLst>
        </pc:spChg>
        <pc:spChg chg="mod">
          <ac:chgData name="SHANIA PRICCILIA" userId="28f68feb-2ad7-4195-8423-6eee3405c604" providerId="ADAL" clId="{ADEE20CE-C610-42F7-84D7-E91507355080}" dt="2025-06-14T15:13:27.262" v="1477" actId="20577"/>
          <ac:spMkLst>
            <pc:docMk/>
            <pc:sldMk cId="2348657055" sldId="434"/>
            <ac:spMk id="4" creationId="{58662A81-E16A-DFF1-5288-4A9AD421F943}"/>
          </ac:spMkLst>
        </pc:spChg>
        <pc:spChg chg="add mod">
          <ac:chgData name="SHANIA PRICCILIA" userId="28f68feb-2ad7-4195-8423-6eee3405c604" providerId="ADAL" clId="{ADEE20CE-C610-42F7-84D7-E91507355080}" dt="2025-06-14T15:07:21.710" v="1430" actId="1076"/>
          <ac:spMkLst>
            <pc:docMk/>
            <pc:sldMk cId="2348657055" sldId="434"/>
            <ac:spMk id="6" creationId="{6DC7D73A-4611-16FD-1788-33600B0FBCD7}"/>
          </ac:spMkLst>
        </pc:spChg>
      </pc:sldChg>
      <pc:sldChg chg="add del">
        <pc:chgData name="SHANIA PRICCILIA" userId="28f68feb-2ad7-4195-8423-6eee3405c604" providerId="ADAL" clId="{ADEE20CE-C610-42F7-84D7-E91507355080}" dt="2025-06-14T15:10:14.872" v="1439" actId="2890"/>
        <pc:sldMkLst>
          <pc:docMk/>
          <pc:sldMk cId="497253621" sldId="435"/>
        </pc:sldMkLst>
      </pc:sldChg>
      <pc:sldChg chg="modSp add mod ord">
        <pc:chgData name="SHANIA PRICCILIA" userId="28f68feb-2ad7-4195-8423-6eee3405c604" providerId="ADAL" clId="{ADEE20CE-C610-42F7-84D7-E91507355080}" dt="2025-06-14T15:13:31.252" v="1478" actId="20577"/>
        <pc:sldMkLst>
          <pc:docMk/>
          <pc:sldMk cId="877612379" sldId="435"/>
        </pc:sldMkLst>
        <pc:spChg chg="mod">
          <ac:chgData name="SHANIA PRICCILIA" userId="28f68feb-2ad7-4195-8423-6eee3405c604" providerId="ADAL" clId="{ADEE20CE-C610-42F7-84D7-E91507355080}" dt="2025-06-14T15:11:17.211" v="1443" actId="15"/>
          <ac:spMkLst>
            <pc:docMk/>
            <pc:sldMk cId="877612379" sldId="435"/>
            <ac:spMk id="3" creationId="{A1B31232-6946-D196-8B07-82880CD6D261}"/>
          </ac:spMkLst>
        </pc:spChg>
        <pc:spChg chg="mod">
          <ac:chgData name="SHANIA PRICCILIA" userId="28f68feb-2ad7-4195-8423-6eee3405c604" providerId="ADAL" clId="{ADEE20CE-C610-42F7-84D7-E91507355080}" dt="2025-06-14T15:13:31.252" v="1478" actId="20577"/>
          <ac:spMkLst>
            <pc:docMk/>
            <pc:sldMk cId="877612379" sldId="435"/>
            <ac:spMk id="4" creationId="{10F060D3-F290-390F-A7E8-9B8A1596CC74}"/>
          </ac:spMkLst>
        </pc:spChg>
      </pc:sldChg>
      <pc:sldChg chg="addSp delSp modSp add mod">
        <pc:chgData name="SHANIA PRICCILIA" userId="28f68feb-2ad7-4195-8423-6eee3405c604" providerId="ADAL" clId="{ADEE20CE-C610-42F7-84D7-E91507355080}" dt="2025-06-14T15:13:34.205" v="1479" actId="20577"/>
        <pc:sldMkLst>
          <pc:docMk/>
          <pc:sldMk cId="457145765" sldId="436"/>
        </pc:sldMkLst>
        <pc:spChg chg="mod">
          <ac:chgData name="SHANIA PRICCILIA" userId="28f68feb-2ad7-4195-8423-6eee3405c604" providerId="ADAL" clId="{ADEE20CE-C610-42F7-84D7-E91507355080}" dt="2025-06-14T15:13:34.205" v="1479" actId="20577"/>
          <ac:spMkLst>
            <pc:docMk/>
            <pc:sldMk cId="457145765" sldId="436"/>
            <ac:spMk id="4" creationId="{52E36339-8491-2252-7A33-9DBE6D65932F}"/>
          </ac:spMkLst>
        </pc:spChg>
        <pc:picChg chg="add mod">
          <ac:chgData name="SHANIA PRICCILIA" userId="28f68feb-2ad7-4195-8423-6eee3405c604" providerId="ADAL" clId="{ADEE20CE-C610-42F7-84D7-E91507355080}" dt="2025-06-14T15:13:16.785" v="1474" actId="1076"/>
          <ac:picMkLst>
            <pc:docMk/>
            <pc:sldMk cId="457145765" sldId="436"/>
            <ac:picMk id="7" creationId="{026834A6-B88D-9D60-3273-9C30356ED373}"/>
          </ac:picMkLst>
        </pc:picChg>
      </pc:sldChg>
    </pc:docChg>
  </pc:docChgLst>
  <pc:docChgLst>
    <pc:chgData name="Shania Priccilia" userId="S::shania.priccilia@binus.edu::c4dd4a50-8335-4e39-a119-dc5e413d78e9" providerId="AD" clId="Web-{48F5A047-297B-4F89-999E-FE2AFEB322EE}"/>
    <pc:docChg chg="modSld">
      <pc:chgData name="Shania Priccilia" userId="S::shania.priccilia@binus.edu::c4dd4a50-8335-4e39-a119-dc5e413d78e9" providerId="AD" clId="Web-{48F5A047-297B-4F89-999E-FE2AFEB322EE}" dt="2025-06-22T17:02:20.334" v="8" actId="20577"/>
      <pc:docMkLst>
        <pc:docMk/>
      </pc:docMkLst>
      <pc:sldChg chg="modSp">
        <pc:chgData name="Shania Priccilia" userId="S::shania.priccilia@binus.edu::c4dd4a50-8335-4e39-a119-dc5e413d78e9" providerId="AD" clId="Web-{48F5A047-297B-4F89-999E-FE2AFEB322EE}" dt="2025-06-22T17:02:20.334" v="8" actId="20577"/>
        <pc:sldMkLst>
          <pc:docMk/>
          <pc:sldMk cId="3521437550" sldId="423"/>
        </pc:sldMkLst>
        <pc:spChg chg="mod">
          <ac:chgData name="Shania Priccilia" userId="S::shania.priccilia@binus.edu::c4dd4a50-8335-4e39-a119-dc5e413d78e9" providerId="AD" clId="Web-{48F5A047-297B-4F89-999E-FE2AFEB322EE}" dt="2025-06-22T17:02:20.334" v="8" actId="20577"/>
          <ac:spMkLst>
            <pc:docMk/>
            <pc:sldMk cId="3521437550" sldId="423"/>
            <ac:spMk id="4" creationId="{25C82024-CC28-7EFB-DBEF-BDCF3DCC27F1}"/>
          </ac:spMkLst>
        </pc:spChg>
        <pc:spChg chg="mod">
          <ac:chgData name="Shania Priccilia" userId="S::shania.priccilia@binus.edu::c4dd4a50-8335-4e39-a119-dc5e413d78e9" providerId="AD" clId="Web-{48F5A047-297B-4F89-999E-FE2AFEB322EE}" dt="2025-06-22T17:02:10.240" v="5" actId="20577"/>
          <ac:spMkLst>
            <pc:docMk/>
            <pc:sldMk cId="3521437550" sldId="423"/>
            <ac:spMk id="9" creationId="{C59A87AF-6BDE-758C-D18E-932ACBA497EB}"/>
          </ac:spMkLst>
        </pc:spChg>
      </pc:sldChg>
    </pc:docChg>
  </pc:docChgLst>
  <pc:docChgLst>
    <pc:chgData name="SHANIA PRICCILIA" userId="28f68feb-2ad7-4195-8423-6eee3405c604" providerId="ADAL" clId="{82628CBF-6481-4E94-A214-87D36D7D6873}"/>
    <pc:docChg chg="undo custSel addSld delSld modSld sldOrd">
      <pc:chgData name="SHANIA PRICCILIA" userId="28f68feb-2ad7-4195-8423-6eee3405c604" providerId="ADAL" clId="{82628CBF-6481-4E94-A214-87D36D7D6873}" dt="2025-06-09T17:16:04.587" v="579" actId="20577"/>
      <pc:docMkLst>
        <pc:docMk/>
      </pc:docMkLst>
      <pc:sldChg chg="modSp mod">
        <pc:chgData name="SHANIA PRICCILIA" userId="28f68feb-2ad7-4195-8423-6eee3405c604" providerId="ADAL" clId="{82628CBF-6481-4E94-A214-87D36D7D6873}" dt="2025-06-09T08:48:27.265" v="6" actId="20577"/>
        <pc:sldMkLst>
          <pc:docMk/>
          <pc:sldMk cId="4105662268" sldId="259"/>
        </pc:sldMkLst>
      </pc:sldChg>
      <pc:sldChg chg="modSp mod">
        <pc:chgData name="SHANIA PRICCILIA" userId="28f68feb-2ad7-4195-8423-6eee3405c604" providerId="ADAL" clId="{82628CBF-6481-4E94-A214-87D36D7D6873}" dt="2025-06-09T17:16:04.587" v="579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82628CBF-6481-4E94-A214-87D36D7D6873}" dt="2025-06-09T17:16:04.587" v="579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delSp modSp mod">
        <pc:chgData name="SHANIA PRICCILIA" userId="28f68feb-2ad7-4195-8423-6eee3405c604" providerId="ADAL" clId="{82628CBF-6481-4E94-A214-87D36D7D6873}" dt="2025-06-09T16:56:18.492" v="449" actId="6549"/>
        <pc:sldMkLst>
          <pc:docMk/>
          <pc:sldMk cId="2125174800" sldId="333"/>
        </pc:sldMkLst>
        <pc:spChg chg="mod">
          <ac:chgData name="SHANIA PRICCILIA" userId="28f68feb-2ad7-4195-8423-6eee3405c604" providerId="ADAL" clId="{82628CBF-6481-4E94-A214-87D36D7D6873}" dt="2025-06-09T16:56:18.492" v="449" actId="6549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82628CBF-6481-4E94-A214-87D36D7D6873}" dt="2025-06-09T08:49:26.871" v="36" actId="20577"/>
        <pc:sldMkLst>
          <pc:docMk/>
          <pc:sldMk cId="1716095985" sldId="366"/>
        </pc:sldMkLst>
      </pc:sldChg>
      <pc:sldChg chg="addSp delSp modSp mod">
        <pc:chgData name="SHANIA PRICCILIA" userId="28f68feb-2ad7-4195-8423-6eee3405c604" providerId="ADAL" clId="{82628CBF-6481-4E94-A214-87D36D7D6873}" dt="2025-06-09T09:34:40.228" v="293" actId="20577"/>
        <pc:sldMkLst>
          <pc:docMk/>
          <pc:sldMk cId="803399806" sldId="369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4056786384" sldId="370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578472866" sldId="371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12524032" sldId="37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931679586" sldId="374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075557937" sldId="375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354402801" sldId="376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020080599" sldId="377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3874416" sldId="378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4220902547" sldId="379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13816442" sldId="380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065229291" sldId="381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074427970" sldId="382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155622403" sldId="38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612035401" sldId="385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562817498" sldId="386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217161522" sldId="387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68690720" sldId="388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10278789" sldId="389"/>
        </pc:sldMkLst>
      </pc:sldChg>
      <pc:sldChg chg="modSp mod">
        <pc:chgData name="SHANIA PRICCILIA" userId="28f68feb-2ad7-4195-8423-6eee3405c604" providerId="ADAL" clId="{82628CBF-6481-4E94-A214-87D36D7D6873}" dt="2025-06-09T17:15:29.021" v="574" actId="12"/>
        <pc:sldMkLst>
          <pc:docMk/>
          <pc:sldMk cId="694380247" sldId="390"/>
        </pc:sldMkLst>
        <pc:spChg chg="mod">
          <ac:chgData name="SHANIA PRICCILIA" userId="28f68feb-2ad7-4195-8423-6eee3405c604" providerId="ADAL" clId="{82628CBF-6481-4E94-A214-87D36D7D6873}" dt="2025-06-09T17:15:29.021" v="574" actId="12"/>
          <ac:spMkLst>
            <pc:docMk/>
            <pc:sldMk cId="694380247" sldId="390"/>
            <ac:spMk id="4" creationId="{A3F736EA-6948-CC3C-404C-D901D54C4C03}"/>
          </ac:spMkLst>
        </pc:spChg>
      </pc:sldChg>
      <pc:sldChg chg="del">
        <pc:chgData name="SHANIA PRICCILIA" userId="28f68feb-2ad7-4195-8423-6eee3405c604" providerId="ADAL" clId="{82628CBF-6481-4E94-A214-87D36D7D6873}" dt="2025-06-09T16:58:32.687" v="489" actId="47"/>
        <pc:sldMkLst>
          <pc:docMk/>
          <pc:sldMk cId="766404667" sldId="391"/>
        </pc:sldMkLst>
      </pc:sldChg>
      <pc:sldChg chg="addSp modSp mod">
        <pc:chgData name="SHANIA PRICCILIA" userId="28f68feb-2ad7-4195-8423-6eee3405c604" providerId="ADAL" clId="{82628CBF-6481-4E94-A214-87D36D7D6873}" dt="2025-06-09T17:14:28.283" v="563" actId="20577"/>
        <pc:sldMkLst>
          <pc:docMk/>
          <pc:sldMk cId="26577216" sldId="392"/>
        </pc:sldMkLst>
      </pc:sldChg>
      <pc:sldChg chg="del ord">
        <pc:chgData name="SHANIA PRICCILIA" userId="28f68feb-2ad7-4195-8423-6eee3405c604" providerId="ADAL" clId="{82628CBF-6481-4E94-A214-87D36D7D6873}" dt="2025-06-09T17:14:16.755" v="561" actId="2696"/>
        <pc:sldMkLst>
          <pc:docMk/>
          <pc:sldMk cId="3946212072" sldId="39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952783278" sldId="394"/>
        </pc:sldMkLst>
      </pc:sldChg>
      <pc:sldChg chg="modSp mod">
        <pc:chgData name="SHANIA PRICCILIA" userId="28f68feb-2ad7-4195-8423-6eee3405c604" providerId="ADAL" clId="{82628CBF-6481-4E94-A214-87D36D7D6873}" dt="2025-06-09T08:48:48.601" v="8" actId="20577"/>
        <pc:sldMkLst>
          <pc:docMk/>
          <pc:sldMk cId="2515440498" sldId="402"/>
        </pc:sldMkLst>
      </pc:sldChg>
      <pc:sldChg chg="modSp mod">
        <pc:chgData name="SHANIA PRICCILIA" userId="28f68feb-2ad7-4195-8423-6eee3405c604" providerId="ADAL" clId="{82628CBF-6481-4E94-A214-87D36D7D6873}" dt="2025-06-09T08:50:10.871" v="44" actId="179"/>
        <pc:sldMkLst>
          <pc:docMk/>
          <pc:sldMk cId="3263777252" sldId="406"/>
        </pc:sldMkLst>
      </pc:sldChg>
      <pc:sldChg chg="modSp mod">
        <pc:chgData name="SHANIA PRICCILIA" userId="28f68feb-2ad7-4195-8423-6eee3405c604" providerId="ADAL" clId="{82628CBF-6481-4E94-A214-87D36D7D6873}" dt="2025-06-09T08:50:25.164" v="47" actId="27636"/>
        <pc:sldMkLst>
          <pc:docMk/>
          <pc:sldMk cId="1617631021" sldId="407"/>
        </pc:sldMkLst>
      </pc:sldChg>
      <pc:sldChg chg="addSp delSp modSp mod">
        <pc:chgData name="SHANIA PRICCILIA" userId="28f68feb-2ad7-4195-8423-6eee3405c604" providerId="ADAL" clId="{82628CBF-6481-4E94-A214-87D36D7D6873}" dt="2025-06-09T09:06:24.518" v="142" actId="113"/>
        <pc:sldMkLst>
          <pc:docMk/>
          <pc:sldMk cId="3499547640" sldId="409"/>
        </pc:sldMkLst>
      </pc:sldChg>
      <pc:sldChg chg="modSp mod ord">
        <pc:chgData name="SHANIA PRICCILIA" userId="28f68feb-2ad7-4195-8423-6eee3405c604" providerId="ADAL" clId="{82628CBF-6481-4E94-A214-87D36D7D6873}" dt="2025-06-09T08:53:38.726" v="61"/>
        <pc:sldMkLst>
          <pc:docMk/>
          <pc:sldMk cId="3385033690" sldId="410"/>
        </pc:sldMkLst>
      </pc:sldChg>
      <pc:sldChg chg="addSp delSp modSp add mod ord">
        <pc:chgData name="SHANIA PRICCILIA" userId="28f68feb-2ad7-4195-8423-6eee3405c604" providerId="ADAL" clId="{82628CBF-6481-4E94-A214-87D36D7D6873}" dt="2025-06-09T09:51:27.360" v="428"/>
        <pc:sldMkLst>
          <pc:docMk/>
          <pc:sldMk cId="1627699461" sldId="411"/>
        </pc:sldMkLst>
      </pc:sldChg>
      <pc:sldChg chg="addSp modSp add mod">
        <pc:chgData name="SHANIA PRICCILIA" userId="28f68feb-2ad7-4195-8423-6eee3405c604" providerId="ADAL" clId="{82628CBF-6481-4E94-A214-87D36D7D6873}" dt="2025-06-09T16:57:39.564" v="486" actId="12"/>
        <pc:sldMkLst>
          <pc:docMk/>
          <pc:sldMk cId="308260660" sldId="412"/>
        </pc:sldMkLst>
      </pc:sldChg>
      <pc:sldChg chg="addSp delSp modSp add mod">
        <pc:chgData name="SHANIA PRICCILIA" userId="28f68feb-2ad7-4195-8423-6eee3405c604" providerId="ADAL" clId="{82628CBF-6481-4E94-A214-87D36D7D6873}" dt="2025-06-09T17:15:02.057" v="569" actId="14100"/>
        <pc:sldMkLst>
          <pc:docMk/>
          <pc:sldMk cId="3391772087" sldId="413"/>
        </pc:sldMkLst>
      </pc:sldChg>
    </pc:docChg>
  </pc:docChgLst>
  <pc:docChgLst>
    <pc:chgData name="Shania Priccilia" userId="S::shania.priccilia@binus.edu::c4dd4a50-8335-4e39-a119-dc5e413d78e9" providerId="AD" clId="Web-{58D5F1D4-9973-467E-8268-326647AC8FF9}"/>
    <pc:docChg chg="addSld modSld sldOrd">
      <pc:chgData name="Shania Priccilia" userId="S::shania.priccilia@binus.edu::c4dd4a50-8335-4e39-a119-dc5e413d78e9" providerId="AD" clId="Web-{58D5F1D4-9973-467E-8268-326647AC8FF9}" dt="2025-06-25T04:17:06.785" v="175" actId="20577"/>
      <pc:docMkLst>
        <pc:docMk/>
      </pc:docMkLst>
      <pc:sldChg chg="modSp">
        <pc:chgData name="Shania Priccilia" userId="S::shania.priccilia@binus.edu::c4dd4a50-8335-4e39-a119-dc5e413d78e9" providerId="AD" clId="Web-{58D5F1D4-9973-467E-8268-326647AC8FF9}" dt="2025-06-25T04:08:15.011" v="6" actId="20577"/>
        <pc:sldMkLst>
          <pc:docMk/>
          <pc:sldMk cId="1968907909" sldId="258"/>
        </pc:sldMkLst>
        <pc:spChg chg="mod">
          <ac:chgData name="Shania Priccilia" userId="S::shania.priccilia@binus.edu::c4dd4a50-8335-4e39-a119-dc5e413d78e9" providerId="AD" clId="Web-{58D5F1D4-9973-467E-8268-326647AC8FF9}" dt="2025-06-25T04:08:15.011" v="6" actId="20577"/>
          <ac:spMkLst>
            <pc:docMk/>
            <pc:sldMk cId="1968907909" sldId="258"/>
            <ac:spMk id="4" creationId="{BF639152-5297-4504-380C-94154A8D96CB}"/>
          </ac:spMkLst>
        </pc:spChg>
      </pc:sldChg>
      <pc:sldChg chg="modSp">
        <pc:chgData name="Shania Priccilia" userId="S::shania.priccilia@binus.edu::c4dd4a50-8335-4e39-a119-dc5e413d78e9" providerId="AD" clId="Web-{58D5F1D4-9973-467E-8268-326647AC8FF9}" dt="2025-06-25T04:10:37.553" v="23" actId="20577"/>
        <pc:sldMkLst>
          <pc:docMk/>
          <pc:sldMk cId="4105662268" sldId="259"/>
        </pc:sldMkLst>
        <pc:spChg chg="mod">
          <ac:chgData name="Shania Priccilia" userId="S::shania.priccilia@binus.edu::c4dd4a50-8335-4e39-a119-dc5e413d78e9" providerId="AD" clId="Web-{58D5F1D4-9973-467E-8268-326647AC8FF9}" dt="2025-06-25T04:10:37.553" v="23" actId="20577"/>
          <ac:spMkLst>
            <pc:docMk/>
            <pc:sldMk cId="4105662268" sldId="259"/>
            <ac:spMk id="4" creationId="{F37B5071-5AEC-07E9-E361-22C4629DB39D}"/>
          </ac:spMkLst>
        </pc:spChg>
      </pc:sldChg>
      <pc:sldChg chg="modSp">
        <pc:chgData name="Shania Priccilia" userId="S::shania.priccilia@binus.edu::c4dd4a50-8335-4e39-a119-dc5e413d78e9" providerId="AD" clId="Web-{58D5F1D4-9973-467E-8268-326647AC8FF9}" dt="2025-06-25T04:16:58.003" v="174" actId="20577"/>
        <pc:sldMkLst>
          <pc:docMk/>
          <pc:sldMk cId="409205538" sldId="396"/>
        </pc:sldMkLst>
        <pc:spChg chg="mod">
          <ac:chgData name="Shania Priccilia" userId="S::shania.priccilia@binus.edu::c4dd4a50-8335-4e39-a119-dc5e413d78e9" providerId="AD" clId="Web-{58D5F1D4-9973-467E-8268-326647AC8FF9}" dt="2025-06-25T04:16:58.003" v="174" actId="20577"/>
          <ac:spMkLst>
            <pc:docMk/>
            <pc:sldMk cId="409205538" sldId="396"/>
            <ac:spMk id="5" creationId="{2AAAE4E9-91B8-459B-6A04-5D38E02B8397}"/>
          </ac:spMkLst>
        </pc:spChg>
      </pc:sldChg>
      <pc:sldChg chg="modSp ord">
        <pc:chgData name="Shania Priccilia" userId="S::shania.priccilia@binus.edu::c4dd4a50-8335-4e39-a119-dc5e413d78e9" providerId="AD" clId="Web-{58D5F1D4-9973-467E-8268-326647AC8FF9}" dt="2025-06-25T04:17:06.785" v="175" actId="20577"/>
        <pc:sldMkLst>
          <pc:docMk/>
          <pc:sldMk cId="3443013050" sldId="397"/>
        </pc:sldMkLst>
        <pc:spChg chg="mod">
          <ac:chgData name="Shania Priccilia" userId="S::shania.priccilia@binus.edu::c4dd4a50-8335-4e39-a119-dc5e413d78e9" providerId="AD" clId="Web-{58D5F1D4-9973-467E-8268-326647AC8FF9}" dt="2025-06-25T04:12:12.544" v="35" actId="20577"/>
          <ac:spMkLst>
            <pc:docMk/>
            <pc:sldMk cId="3443013050" sldId="397"/>
            <ac:spMk id="2" creationId="{7182EF13-E3FF-3EFC-C241-2ED4DAC89566}"/>
          </ac:spMkLst>
        </pc:spChg>
        <pc:spChg chg="mod">
          <ac:chgData name="Shania Priccilia" userId="S::shania.priccilia@binus.edu::c4dd4a50-8335-4e39-a119-dc5e413d78e9" providerId="AD" clId="Web-{58D5F1D4-9973-467E-8268-326647AC8FF9}" dt="2025-06-25T04:15:41.935" v="165" actId="20577"/>
          <ac:spMkLst>
            <pc:docMk/>
            <pc:sldMk cId="3443013050" sldId="397"/>
            <ac:spMk id="3" creationId="{E2795A67-7E8C-2E53-73AD-80639820086D}"/>
          </ac:spMkLst>
        </pc:spChg>
        <pc:spChg chg="mod">
          <ac:chgData name="Shania Priccilia" userId="S::shania.priccilia@binus.edu::c4dd4a50-8335-4e39-a119-dc5e413d78e9" providerId="AD" clId="Web-{58D5F1D4-9973-467E-8268-326647AC8FF9}" dt="2025-06-25T04:17:06.785" v="175" actId="20577"/>
          <ac:spMkLst>
            <pc:docMk/>
            <pc:sldMk cId="3443013050" sldId="397"/>
            <ac:spMk id="4" creationId="{AFC5C7DD-A2D7-BE51-AEC9-15CA2AB0A469}"/>
          </ac:spMkLst>
        </pc:spChg>
        <pc:spChg chg="mod">
          <ac:chgData name="Shania Priccilia" userId="S::shania.priccilia@binus.edu::c4dd4a50-8335-4e39-a119-dc5e413d78e9" providerId="AD" clId="Web-{58D5F1D4-9973-467E-8268-326647AC8FF9}" dt="2025-06-25T04:12:17.842" v="37" actId="1076"/>
          <ac:spMkLst>
            <pc:docMk/>
            <pc:sldMk cId="3443013050" sldId="397"/>
            <ac:spMk id="7" creationId="{B9AB33AB-2E15-DA5C-2754-2E06AB103D85}"/>
          </ac:spMkLst>
        </pc:spChg>
      </pc:sldChg>
      <pc:sldChg chg="add ord replId">
        <pc:chgData name="Shania Priccilia" userId="S::shania.priccilia@binus.edu::c4dd4a50-8335-4e39-a119-dc5e413d78e9" providerId="AD" clId="Web-{58D5F1D4-9973-467E-8268-326647AC8FF9}" dt="2025-06-25T04:16:19.203" v="169"/>
        <pc:sldMkLst>
          <pc:docMk/>
          <pc:sldMk cId="1299065695" sldId="4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ysator.liu.se/c/c-faq/c-9.html" TargetMode="External"/><Relationship Id="rId2" Type="http://schemas.openxmlformats.org/officeDocument/2006/relationships/hyperlink" Target="http://aelinik.free.fr/c/ch19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Algorithm and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96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Structure and Union</a:t>
            </a:r>
            <a:endParaRPr lang="en-US" sz="9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Shania Priccilia,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lIns="50800" tIns="50800" rIns="50800" bIns="50800" anchor="t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/>
              </a:rPr>
              <a:t>Apply the concept of structure data type for various type of data (homogenous or heterogeneous) (LO2 &amp; LO3)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en-US" sz="3600" dirty="0">
              <a:latin typeface="+mj-lt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CF5B78-5719-6D4F-8B7B-663071750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78782" y="3801978"/>
            <a:ext cx="13714940" cy="8942471"/>
          </a:xfrm>
        </p:spPr>
        <p:txBody>
          <a:bodyPr lIns="50800" tIns="50800" rIns="50800" bIns="5080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Structure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Local Structure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Nested Structure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Structure Initialization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Array of Structure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Pointer of Structure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Typedef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Union Definition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Union Declaration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Enumeration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>
                <a:latin typeface="+mj-lt"/>
              </a:rPr>
              <a:t>Exercise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3600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1C2729-6748-994B-5A71-2DA995A35E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9BEF-9542-7100-1D62-738DD1E8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8487A-CC6E-01E0-FD53-981205337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568673" cy="964644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4400" dirty="0">
                <a:latin typeface="+mj-lt"/>
              </a:rPr>
              <a:t>A </a:t>
            </a:r>
            <a:r>
              <a:rPr lang="en-US" sz="4400" b="1" dirty="0">
                <a:latin typeface="+mj-lt"/>
              </a:rPr>
              <a:t>structure</a:t>
            </a:r>
            <a:r>
              <a:rPr lang="en-US" sz="4400" dirty="0">
                <a:latin typeface="+mj-lt"/>
              </a:rPr>
              <a:t> is a data type used to store a group of data elements with different data types.</a:t>
            </a:r>
          </a:p>
          <a:p>
            <a:pPr>
              <a:spcBef>
                <a:spcPts val="1200"/>
              </a:spcBef>
            </a:pPr>
            <a:r>
              <a:rPr lang="en-US" sz="4400" dirty="0">
                <a:latin typeface="+mj-lt"/>
              </a:rPr>
              <a:t>The components of a structure are called </a:t>
            </a:r>
            <a:r>
              <a:rPr lang="en-US" sz="4400" b="1" dirty="0">
                <a:latin typeface="+mj-lt"/>
              </a:rPr>
              <a:t>members</a:t>
            </a:r>
            <a:r>
              <a:rPr lang="en-US" sz="4400" dirty="0">
                <a:latin typeface="+mj-lt"/>
              </a:rPr>
              <a:t>, </a:t>
            </a:r>
            <a:r>
              <a:rPr lang="en-US" sz="4400" b="1" dirty="0">
                <a:latin typeface="+mj-lt"/>
              </a:rPr>
              <a:t>fields</a:t>
            </a:r>
            <a:r>
              <a:rPr lang="en-US" sz="4400" dirty="0">
                <a:latin typeface="+mj-lt"/>
              </a:rPr>
              <a:t>, or </a:t>
            </a:r>
            <a:r>
              <a:rPr lang="en-US" sz="4400" b="1" dirty="0">
                <a:latin typeface="+mj-lt"/>
              </a:rPr>
              <a:t>elements</a:t>
            </a:r>
            <a:r>
              <a:rPr lang="en-US" sz="4400" dirty="0">
                <a:latin typeface="+mj-lt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sz="4400" dirty="0">
                <a:latin typeface="+mj-lt"/>
              </a:rPr>
              <a:t>It is a </a:t>
            </a:r>
            <a:r>
              <a:rPr lang="en-US" sz="4400" b="1" dirty="0">
                <a:latin typeface="+mj-lt"/>
              </a:rPr>
              <a:t>heterogeneous</a:t>
            </a:r>
            <a:r>
              <a:rPr lang="en-US" sz="4400" dirty="0">
                <a:latin typeface="+mj-lt"/>
              </a:rPr>
              <a:t> data type, meaning its elements can have different data types.</a:t>
            </a:r>
          </a:p>
          <a:p>
            <a:pPr>
              <a:spcBef>
                <a:spcPts val="1200"/>
              </a:spcBef>
            </a:pPr>
            <a:r>
              <a:rPr lang="en-US" sz="4400" dirty="0">
                <a:latin typeface="+mj-lt"/>
              </a:rPr>
              <a:t>In some other programming languages, a structure is also known as a </a:t>
            </a:r>
            <a:r>
              <a:rPr lang="en-US" sz="4400" b="1" dirty="0">
                <a:latin typeface="+mj-lt"/>
              </a:rPr>
              <a:t>record</a:t>
            </a:r>
            <a:r>
              <a:rPr lang="en-US" sz="4400" dirty="0">
                <a:latin typeface="+mj-lt"/>
              </a:rPr>
              <a:t>.</a:t>
            </a:r>
            <a:endParaRPr lang="en-US" altLang="en-US" sz="44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8E4B81-164B-90D1-DD7A-0603DE2732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852008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B7EF5-AFC9-881F-6F24-F09318384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00026-AE33-A276-68E9-45EEE668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AE0596-E54D-995C-2608-0215AC3F5F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declaration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EA2754-4736-3A40-109F-72BA79C5C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377" y="3469831"/>
            <a:ext cx="8608812" cy="437518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l" defTabSz="914400" fontAlgn="base" hangingPunct="1">
              <a:spcBef>
                <a:spcPts val="6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Syntax</a:t>
            </a:r>
            <a:endParaRPr lang="id-ID" sz="4000" b="1" kern="1200" dirty="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b="1" kern="12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4000" b="1" i="1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name_structure</a:t>
            </a: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dataType1 name_field1;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dataType2 name_field2;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4000" b="1" kern="12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9EF64B-B149-7CF4-957D-907A99D91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0974" y="9861190"/>
            <a:ext cx="16140450" cy="143508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marL="620713" lvl="2" indent="-266700"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Structure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variable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declaration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b="1" kern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id-ID" sz="4000" b="1" kern="12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id-ID" sz="4000" b="1" i="1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_structure</a:t>
            </a:r>
            <a:r>
              <a:rPr lang="id-ID" sz="4000" b="1" i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id-ID" sz="4000" b="1" i="1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id-ID" sz="4000" b="1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_variable_structure</a:t>
            </a: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4000" b="1" kern="1200" dirty="0">
              <a:solidFill>
                <a:srgbClr val="000000"/>
              </a:solidFill>
              <a:latin typeface="Arial" pitchFamily="34" charset="0"/>
            </a:endParaRP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4000" b="1" kern="12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485B5E6-5E60-AB36-A6A9-CF36D1165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369" y="3469832"/>
            <a:ext cx="11528936" cy="437518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l" defTabSz="914400" fontAlgn="base" hangingPunct="1">
              <a:spcBef>
                <a:spcPts val="600"/>
              </a:spcBef>
              <a:spcAft>
                <a:spcPct val="0"/>
              </a:spcAft>
              <a:tabLst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Variable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can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be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defined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at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declaration</a:t>
            </a:r>
            <a:r>
              <a:rPr lang="id-ID" sz="4000" b="1" kern="12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time</a:t>
            </a:r>
            <a:endParaRPr lang="id-ID" sz="4000" b="1" kern="1200" dirty="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r>
              <a:rPr lang="id-ID" sz="4000" b="1" kern="12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4000" b="1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id-ID" sz="4000" b="1" i="1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_structure</a:t>
            </a: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dataType1 name_field1;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dataType2 name_field2;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id-ID" sz="4000" b="1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name_variable_structure</a:t>
            </a:r>
            <a:r>
              <a:rPr lang="id-ID" sz="4000" b="1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;</a:t>
            </a:r>
          </a:p>
          <a:p>
            <a:pPr algn="l" defTabSz="914400" fontAlgn="base" hangingPunct="1">
              <a:spcBef>
                <a:spcPts val="500"/>
              </a:spcBef>
              <a:spcAft>
                <a:spcPct val="0"/>
              </a:spcAft>
              <a:tabLst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endParaRPr lang="id-ID" sz="4000" b="1" kern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1561FF03-0B6F-A380-F4C4-5E2B596FE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953" y="8132843"/>
            <a:ext cx="1258575" cy="1435082"/>
          </a:xfrm>
          <a:prstGeom prst="downArrow">
            <a:avLst>
              <a:gd name="adj1" fmla="val 50000"/>
              <a:gd name="adj2" fmla="val 50002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</a:pPr>
            <a:endParaRPr lang="id-ID" sz="4000" kern="120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5710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7468-489B-B35F-0E13-CD19B074A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45AD-706B-59B4-EDB2-2D853A891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327A59-1EE3-8CBF-CF87-B28F2F83BE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declaration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182D3-AB29-0C11-CA45-C31426D6B90F}"/>
              </a:ext>
            </a:extLst>
          </p:cNvPr>
          <p:cNvSpPr txBox="1"/>
          <p:nvPr/>
        </p:nvSpPr>
        <p:spPr>
          <a:xfrm>
            <a:off x="2167376" y="3285662"/>
            <a:ext cx="5733039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1: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20594C49-EEFF-7DAE-32D5-DC0516233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599" y="4148412"/>
            <a:ext cx="14715569" cy="452649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 account{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int accountNo;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char accountType;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char name[31];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long credit;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600" kern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 account customer1, customer2;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0722E160-7D2B-0875-8891-59F2E2A43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600" y="8997492"/>
            <a:ext cx="14715570" cy="34185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rekening {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int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accountNo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accountType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[31];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long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credit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} customer1, customer2;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B8EE490B-C4BF-B870-44CE-4566FE079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6" y="8342266"/>
            <a:ext cx="1426464" cy="101784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 defTabSz="914400" fontAlgn="base" hangingPunct="1">
              <a:spcBef>
                <a:spcPts val="1125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6000" b="1" kern="1200" dirty="0">
                <a:solidFill>
                  <a:srgbClr val="000000"/>
                </a:solidFill>
                <a:latin typeface="+mj-lt"/>
                <a:cs typeface="Tahoma" pitchFamily="34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3106478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EC4BC-1D1D-1CA6-9399-767281065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6436-C9D0-FF98-D5E9-A43BAF96C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30EA44-B251-DDBE-379A-C9375D481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declaration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E1722-F8C8-5973-99B8-B711B6017A72}"/>
              </a:ext>
            </a:extLst>
          </p:cNvPr>
          <p:cNvSpPr txBox="1"/>
          <p:nvPr/>
        </p:nvSpPr>
        <p:spPr>
          <a:xfrm>
            <a:off x="2167376" y="3285662"/>
            <a:ext cx="5733039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2: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75ABDB61-CFD5-A217-ECB4-41F1C8DA6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599" y="4148412"/>
            <a:ext cx="14715569" cy="378783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 automobile {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int year;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char model[8];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int </a:t>
            </a:r>
            <a:r>
              <a:rPr lang="en-US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engine_power</a:t>
            </a: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float weight;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id-ID" sz="4000" kern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407FB04A-3107-621B-3710-20B14484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600" y="8448852"/>
            <a:ext cx="14715570" cy="378783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Mahasiswa{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int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Nim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[20];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IPK;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gender;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5573909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1003-75CA-1BD7-69E6-BA3848AC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F7C8-5838-A1DA-8070-8C7F1D1B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6B02CF-8BED-74DB-EB32-021D3E8D51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declaration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10D0A-59B2-1AC9-5F8B-F7F34D4EF5BE}"/>
              </a:ext>
            </a:extLst>
          </p:cNvPr>
          <p:cNvSpPr txBox="1"/>
          <p:nvPr/>
        </p:nvSpPr>
        <p:spPr>
          <a:xfrm>
            <a:off x="2167376" y="3285662"/>
            <a:ext cx="5733039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3: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4459485D-41C7-5512-CDAE-8814F9EC3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6" y="4156995"/>
            <a:ext cx="14715569" cy="858453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tmhs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   // </a:t>
            </a:r>
            <a:r>
              <a:rPr lang="id-ID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</a:t>
            </a:r>
            <a:r>
              <a:rPr lang="id-ID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id-ID" sz="3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nim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[11];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[26];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function1 ( ) {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tmhs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akad_mhs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</a:t>
            </a:r>
            <a:endParaRPr lang="id-ID" sz="360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 (){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tmhs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tono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 //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</a:t>
            </a:r>
            <a:endParaRPr lang="id-ID" sz="360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38429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B9C1-9603-07C3-184D-4B1D0C2E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BA17-EA8F-8E71-3020-6019F431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702503-858B-AD27-45B1-C4ED56AA29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declaration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AD3C5-D17C-6B90-40A8-02ED90B5524D}"/>
              </a:ext>
            </a:extLst>
          </p:cNvPr>
          <p:cNvSpPr txBox="1"/>
          <p:nvPr/>
        </p:nvSpPr>
        <p:spPr>
          <a:xfrm>
            <a:off x="2167376" y="3285662"/>
            <a:ext cx="5733039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4: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370C2E47-680C-DA0A-A556-A73290624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6" y="4156995"/>
            <a:ext cx="16815568" cy="808593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tmhs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   //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</a:t>
            </a:r>
            <a:r>
              <a:rPr lang="id-ID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</a:t>
            </a:r>
            <a:r>
              <a:rPr lang="id-ID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id-ID" sz="3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nim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[11];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[26];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akad_mhs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tono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 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id-ID" sz="36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</a:t>
            </a:r>
            <a:endParaRPr lang="id-ID" sz="360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function1 ( ) {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 (){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algn="l" eaLnBrk="0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576695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8FBD-AA28-6609-7391-93449861C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779C-171B-83FA-B5CB-8CEC15B90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58B133-6FEA-273F-2F86-43F044123F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declaration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CBF55-C391-13E2-16AD-3696DD72D0D8}"/>
              </a:ext>
            </a:extLst>
          </p:cNvPr>
          <p:cNvSpPr txBox="1"/>
          <p:nvPr/>
        </p:nvSpPr>
        <p:spPr>
          <a:xfrm>
            <a:off x="2167376" y="3285662"/>
            <a:ext cx="5733039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 5: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86755CE8-DB36-9455-12BC-BFF0C7314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6" y="4156995"/>
            <a:ext cx="16815568" cy="6203879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id-ID" sz="4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id-ID" sz="4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endParaRPr lang="id-ID" sz="4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4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4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nim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[11];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4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4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[26];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d-ID" sz="4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id-ID" sz="40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akad_mhs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d-ID" sz="40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tono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d-ID" sz="4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 </a:t>
            </a:r>
            <a:r>
              <a:rPr lang="id-ID" sz="4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40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id-ID" sz="4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40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id-ID" sz="4000" dirty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4000" dirty="0" err="1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</a:t>
            </a:r>
            <a:endParaRPr lang="id-ID" sz="4000" dirty="0">
              <a:solidFill>
                <a:srgbClr val="3333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endParaRPr lang="en-US" sz="4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 (){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4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E4576-3D8A-4500-1310-C8AE73CFDF54}"/>
              </a:ext>
            </a:extLst>
          </p:cNvPr>
          <p:cNvSpPr txBox="1"/>
          <p:nvPr/>
        </p:nvSpPr>
        <p:spPr>
          <a:xfrm>
            <a:off x="2167377" y="11107659"/>
            <a:ext cx="16815568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Structure can be used without naming, structure variable can be directly declared along with structure declaration</a:t>
            </a:r>
          </a:p>
        </p:txBody>
      </p:sp>
    </p:spTree>
    <p:extLst>
      <p:ext uri="{BB962C8B-B14F-4D97-AF65-F5344CB8AC3E}">
        <p14:creationId xmlns:p14="http://schemas.microsoft.com/office/powerpoint/2010/main" val="185344288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0180-650C-8317-D860-557FB3A2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DEEB-FCA5-16F9-34FE-1DDF83F3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6E9B1-0E5B-5DE7-BEEA-7F7135CB69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initialization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82024-CC28-7EFB-DBEF-BDCF3DCC27F1}"/>
              </a:ext>
            </a:extLst>
          </p:cNvPr>
          <p:cNvSpPr txBox="1"/>
          <p:nvPr/>
        </p:nvSpPr>
        <p:spPr>
          <a:xfrm>
            <a:off x="2167377" y="3604302"/>
            <a:ext cx="20049247" cy="34265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marR="0" indent="-5715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Syntax:</a:t>
            </a:r>
          </a:p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	</a:t>
            </a: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struct </a:t>
            </a:r>
            <a:r>
              <a:rPr kumimoji="0" lang="en-US" sz="3600" i="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struct_name</a:t>
            </a: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variable = {value_1, …, </a:t>
            </a:r>
            <a:r>
              <a:rPr kumimoji="0" lang="en-US" sz="3600" i="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value_m</a:t>
            </a: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};</a:t>
            </a:r>
          </a:p>
          <a:p>
            <a:pPr marL="571500" marR="0" indent="-5715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Example:</a:t>
            </a:r>
          </a:p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	</a:t>
            </a: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/>
                <a:cs typeface="Courier New"/>
                <a:sym typeface="Helvetica Neue"/>
              </a:rPr>
              <a:t>struct account customer1 = {1984,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'a',</a:t>
            </a: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/>
                <a:cs typeface="Courier New"/>
                <a:sym typeface="Helvetica Neue"/>
              </a:rPr>
              <a:t> </a:t>
            </a:r>
            <a:r>
              <a:rPr lang="id-ID" sz="3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/>
                <a:cs typeface="Courier New"/>
                <a:sym typeface="Helvetica Neue"/>
              </a:rPr>
              <a:t>frenzy</a:t>
            </a:r>
            <a:r>
              <a:rPr lang="id-ID" sz="3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,</a:t>
            </a: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ourier New"/>
                <a:cs typeface="Courier New"/>
                <a:sym typeface="Helvetica Neue"/>
              </a:rPr>
              <a:t> 200000, 19};</a:t>
            </a:r>
            <a:endParaRPr lang="en-US" sz="360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Courier New"/>
              <a:cs typeface="Courier New"/>
            </a:endParaRP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C59A87AF-6BDE-758C-D18E-932ACBA49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75" y="6534435"/>
            <a:ext cx="18629377" cy="659013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 anchor="t">
            <a:spAutoFit/>
          </a:bodyPr>
          <a:lstStyle/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[32]; </a:t>
            </a: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info = {1,"B. Smith"};</a:t>
            </a: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%s\n", info.name);</a:t>
            </a: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/>
                <a:cs typeface="Courier New"/>
              </a:rPr>
              <a:t>   </a:t>
            </a:r>
            <a:r>
              <a:rPr lang="id-ID" sz="360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id-ID" sz="3600" dirty="0">
                <a:solidFill>
                  <a:srgbClr val="000000"/>
                </a:solidFill>
                <a:latin typeface="Courier New"/>
                <a:cs typeface="Courier New"/>
              </a:rPr>
              <a:t>("ID </a:t>
            </a:r>
            <a:r>
              <a:rPr lang="id-ID" sz="3600" err="1">
                <a:solidFill>
                  <a:srgbClr val="000000"/>
                </a:solidFill>
                <a:latin typeface="Courier New"/>
                <a:cs typeface="Courier New"/>
              </a:rPr>
              <a:t>Employee</a:t>
            </a:r>
            <a:r>
              <a:rPr lang="id-ID" sz="3600">
                <a:solidFill>
                  <a:srgbClr val="000000"/>
                </a:solidFill>
                <a:latin typeface="Courier New"/>
                <a:cs typeface="Courier New"/>
              </a:rPr>
              <a:t>: %04d\n\n", info.id);</a:t>
            </a:r>
          </a:p>
          <a:p>
            <a:pPr marL="360045" lvl="1" algn="l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en-US" sz="3600">
                <a:solidFill>
                  <a:srgbClr val="000000"/>
                </a:solidFill>
                <a:latin typeface="Courier New"/>
                <a:cs typeface="Courier New"/>
              </a:rPr>
              <a:t>return 0;</a:t>
            </a:r>
            <a:endParaRPr lang="id-ID" sz="360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360045" indent="-360045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143755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1107-3A49-B794-63B2-A3043812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4710-BCC0-3538-A24F-EEE909DC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C68E63-AB56-8F1C-D935-A766C7CEC3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initialization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4749B-3896-1DB9-2494-5CCBC8526C33}"/>
              </a:ext>
            </a:extLst>
          </p:cNvPr>
          <p:cNvSpPr txBox="1"/>
          <p:nvPr/>
        </p:nvSpPr>
        <p:spPr>
          <a:xfrm>
            <a:off x="2167376" y="3369139"/>
            <a:ext cx="2004924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60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Structure variable can be assigned with other structure variable with similar structure name</a:t>
            </a:r>
            <a:endParaRPr kumimoji="0" lang="en-US" sz="360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04CD9987-3E7D-1C48-2F64-BE48EAC6F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9751" y="4377747"/>
            <a:ext cx="18629377" cy="7088736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[32]; 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info = {1,"B. Smith"};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amir = info;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%s\n", amir.name);</a:t>
            </a: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("ID </a:t>
            </a:r>
            <a:r>
              <a:rPr lang="id-ID" sz="3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%04d\n\n", amir.id);</a:t>
            </a:r>
            <a:endParaRPr lang="en-US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  <a:endParaRPr lang="id-ID" sz="3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 indent="-360363" algn="l" eaLnBrk="0">
              <a:lnSpc>
                <a:spcPct val="90000"/>
              </a:lnSpc>
              <a:tabLst>
                <a:tab pos="360363" algn="l"/>
                <a:tab pos="817563" algn="l"/>
                <a:tab pos="1274763" algn="l"/>
                <a:tab pos="1731963" algn="l"/>
                <a:tab pos="2189163" algn="l"/>
                <a:tab pos="2646363" algn="l"/>
                <a:tab pos="3103563" algn="l"/>
                <a:tab pos="3560763" algn="l"/>
                <a:tab pos="4017963" algn="l"/>
                <a:tab pos="4475163" algn="l"/>
                <a:tab pos="4932363" algn="l"/>
                <a:tab pos="5389563" algn="l"/>
                <a:tab pos="5846763" algn="l"/>
                <a:tab pos="6303963" algn="l"/>
                <a:tab pos="6761163" algn="l"/>
                <a:tab pos="7218363" algn="l"/>
                <a:tab pos="7675563" algn="l"/>
                <a:tab pos="8132763" algn="l"/>
                <a:tab pos="8589963" algn="l"/>
                <a:tab pos="9047163" algn="l"/>
                <a:tab pos="9504363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193626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17D6-67F7-CDA5-1ABD-C9147DD4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3DB2-0C6C-6DBC-9A62-00BF7D5C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2A706A-BD0E-1897-92E2-AAED9E850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accessing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C20C8-C895-A1B4-5550-41B6C5F57C31}"/>
              </a:ext>
            </a:extLst>
          </p:cNvPr>
          <p:cNvSpPr txBox="1"/>
          <p:nvPr/>
        </p:nvSpPr>
        <p:spPr>
          <a:xfrm>
            <a:off x="15444465" y="4377675"/>
            <a:ext cx="7232655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Element (field) of a structure can be accessed using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</a:rPr>
              <a:t>dot 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operator from structure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E4EC0-3B43-3A33-F14F-6F206AEE0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312014"/>
            <a:ext cx="12938306" cy="91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079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B0B9-8FB1-8740-F9CC-617ADE60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03CAA-B7C7-E18F-3C9F-11892A41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Local 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658AD8-3895-8BBB-B4F3-5B201B01D9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definition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1F44D-65AC-47CF-6191-6D1E7A54F79C}"/>
              </a:ext>
            </a:extLst>
          </p:cNvPr>
          <p:cNvSpPr txBox="1"/>
          <p:nvPr/>
        </p:nvSpPr>
        <p:spPr>
          <a:xfrm>
            <a:off x="15444465" y="4377675"/>
            <a:ext cx="7232655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A structure can also be declared inside another function.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22961C-4F64-275A-49AD-06C984633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260663"/>
            <a:ext cx="12646986" cy="858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739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7BB4C-A65B-4E51-CD06-F92BFE22A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0353-19C6-5C06-FC80-5EAE8C09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Nested structure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0C9F0-E1FE-2749-7BBF-6D5D322C44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801979"/>
            <a:ext cx="10305039" cy="9105129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Nested Structure </a:t>
            </a: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is a structure with one of its element is another structure.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Structure as a member should be declared in advance.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struct </a:t>
            </a:r>
            <a:r>
              <a:rPr lang="en-US" altLang="en-US" sz="4000" b="1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mhs</a:t>
            </a: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consists of </a:t>
            </a: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nim, name, address, dob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address is a structure consists of name street, number, city, and province.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dob is a structure consists of date, month and year.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A0B87D-81FC-86C9-412A-E00B396A4B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definition</a:t>
            </a:r>
            <a:endParaRPr 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AAAE4E9-91B8-459B-6A04-5D38E02B8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8818" y="3394631"/>
            <a:ext cx="8527806" cy="951247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 anchor="t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Address 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char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3600" kern="1200" dirty="0">
                <a:solidFill>
                  <a:srgbClr val="000000"/>
                </a:solidFill>
                <a:latin typeface="Courier New"/>
                <a:cs typeface="Courier New"/>
              </a:rPr>
              <a:t>street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[40];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int </a:t>
            </a:r>
            <a:r>
              <a:rPr lang="en-US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number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char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3600" kern="1200" dirty="0">
                <a:solidFill>
                  <a:srgbClr val="000000"/>
                </a:solidFill>
                <a:latin typeface="Courier New"/>
                <a:cs typeface="Courier New"/>
              </a:rPr>
              <a:t>city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[20];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char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3600" kern="1200" dirty="0">
                <a:solidFill>
                  <a:srgbClr val="000000"/>
                </a:solidFill>
                <a:latin typeface="Courier New"/>
                <a:cs typeface="Courier New"/>
              </a:rPr>
              <a:t>province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[20];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600" kern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Dob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int </a:t>
            </a:r>
            <a:r>
              <a:rPr lang="en-US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date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month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year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600" kern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Mhs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   int </a:t>
            </a:r>
            <a:r>
              <a:rPr lang="en-US" sz="3600" kern="1200" dirty="0">
                <a:solidFill>
                  <a:srgbClr val="000000"/>
                </a:solidFill>
                <a:latin typeface="Courier New"/>
                <a:cs typeface="Courier New"/>
              </a:rPr>
              <a:t>n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im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char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name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[20];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3600" kern="1200" dirty="0">
                <a:solidFill>
                  <a:srgbClr val="000000"/>
                </a:solidFill>
                <a:latin typeface="Courier New"/>
                <a:cs typeface="Courier New"/>
              </a:rPr>
              <a:t>Address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addr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pPr lvl="1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3600" kern="1200" dirty="0">
                <a:solidFill>
                  <a:srgbClr val="000000"/>
                </a:solidFill>
                <a:latin typeface="Courier New"/>
                <a:cs typeface="Courier New"/>
              </a:rPr>
              <a:t>Dob </a:t>
            </a:r>
            <a:r>
              <a:rPr lang="id-ID" sz="3600" kern="1200" err="1">
                <a:solidFill>
                  <a:srgbClr val="000000"/>
                </a:solidFill>
                <a:latin typeface="Courier New"/>
                <a:cs typeface="Courier New"/>
              </a:rPr>
              <a:t>dateofbirth</a:t>
            </a:r>
            <a:r>
              <a:rPr lang="id-ID" sz="3600" kern="12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920553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E931-EC3B-AC55-E20B-CF5C2A1C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EF13-E3FF-3EFC-C241-2ED4DAC8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 fontScale="90000"/>
          </a:bodyPr>
          <a:lstStyle/>
          <a:p>
            <a:r>
              <a:rPr lang="en-US" altLang="en-US" dirty="0">
                <a:latin typeface="Tahoma"/>
                <a:ea typeface="Open Sans ExtraBold"/>
                <a:cs typeface="Tahoma"/>
              </a:rPr>
              <a:t>Pointer of</a:t>
            </a:r>
            <a:r>
              <a:rPr lang="en-US" altLang="en-US" b="1" dirty="0">
                <a:latin typeface="Tahoma"/>
                <a:ea typeface="Open Sans ExtraBold"/>
                <a:cs typeface="Tahoma"/>
              </a:rPr>
              <a:t> Structure</a:t>
            </a:r>
            <a:endParaRPr lang="en-US" dirty="0">
              <a:latin typeface="Tahoma"/>
              <a:ea typeface="Open Sans ExtraBold"/>
              <a:cs typeface="Tahom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5C7DD-A2D7-BE51-AEC9-15CA2AB0A4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37758"/>
            <a:ext cx="19568673" cy="2621922"/>
          </a:xfrm>
        </p:spPr>
        <p:txBody>
          <a:bodyPr lIns="50800" tIns="50800" rIns="50800" bIns="5080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n-lt"/>
              </a:rPr>
              <a:t>Like any variable, a structure can also be pointed to by a pointer.</a:t>
            </a:r>
            <a:endParaRPr lang="en-US"/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Open Sans"/>
              </a:rPr>
              <a:t>To access member of structure using pointer, we can use operator </a:t>
            </a:r>
            <a:r>
              <a:rPr lang="en-US" altLang="en-US" sz="3600" b="1" dirty="0">
                <a:latin typeface="Courier New"/>
              </a:rPr>
              <a:t>-&gt;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AB33AB-2E15-DA5C-2754-2E06AB103D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E2795A67-7E8C-2E53-73AD-806398200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4639703"/>
            <a:ext cx="18863824" cy="7973594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 anchor="t">
            <a:spAutoFit/>
          </a:bodyPr>
          <a:lstStyle/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Student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{</a:t>
            </a:r>
            <a:endParaRPr lang="id-ID" sz="3200" dirty="0">
              <a:latin typeface="Courier New"/>
              <a:cs typeface="Courier New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   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char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name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[50];</a:t>
            </a:r>
            <a:endParaRPr lang="id-ID" sz="3200" dirty="0"/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   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float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gpa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  <a:endParaRPr lang="id-ID" sz="3200" dirty="0">
              <a:latin typeface="Courier New"/>
              <a:cs typeface="Courier New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};</a:t>
            </a:r>
            <a:endParaRPr lang="en-US" sz="3200" dirty="0">
              <a:latin typeface="Courier New"/>
              <a:cs typeface="Courier New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dirty="0"/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int main() {</a:t>
            </a:r>
            <a:endParaRPr lang="id-ID" sz="3200" dirty="0">
              <a:latin typeface="Courier New"/>
              <a:cs typeface="Courier New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   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Student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s1 = {"Alice", 3.75};</a:t>
            </a:r>
            <a:endParaRPr lang="id-ID" sz="3200" dirty="0"/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    </a:t>
            </a:r>
            <a:r>
              <a:rPr lang="id-ID" sz="3200" kern="1200" err="1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lang="id-ID" sz="3200" kern="12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id-ID" sz="3200" kern="1200" err="1">
                <a:solidFill>
                  <a:srgbClr val="FF0000"/>
                </a:solidFill>
                <a:latin typeface="Courier New"/>
                <a:cs typeface="Courier New"/>
              </a:rPr>
              <a:t>Student</a:t>
            </a:r>
            <a:r>
              <a:rPr lang="id-ID" sz="3200" kern="1200" dirty="0">
                <a:solidFill>
                  <a:srgbClr val="FF0000"/>
                </a:solidFill>
                <a:latin typeface="Courier New"/>
                <a:cs typeface="Courier New"/>
              </a:rPr>
              <a:t> *</a:t>
            </a:r>
            <a:r>
              <a:rPr lang="id-ID" sz="3200" kern="1200" err="1">
                <a:solidFill>
                  <a:srgbClr val="FF0000"/>
                </a:solidFill>
                <a:latin typeface="Courier New"/>
                <a:cs typeface="Courier New"/>
              </a:rPr>
              <a:t>ptr</a:t>
            </a:r>
            <a:r>
              <a:rPr lang="id-ID" sz="3200" kern="1200" dirty="0">
                <a:solidFill>
                  <a:srgbClr val="FF0000"/>
                </a:solidFill>
                <a:latin typeface="Courier New"/>
                <a:cs typeface="Courier New"/>
              </a:rPr>
              <a:t> = &amp;s1;</a:t>
            </a:r>
            <a:br>
              <a:rPr lang="en-US" sz="3200" dirty="0">
                <a:solidFill>
                  <a:srgbClr val="FF0000"/>
                </a:solidFill>
              </a:rPr>
            </a:br>
            <a:endParaRPr lang="en-US" sz="3200">
              <a:ea typeface="Open Sans"/>
              <a:cs typeface="Open Sans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    // Access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using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pointer</a:t>
            </a:r>
            <a:endParaRPr lang="id-ID" sz="3200" dirty="0" err="1"/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   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("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Name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: %s\n", </a:t>
            </a:r>
            <a:r>
              <a:rPr lang="id-ID" sz="3200" kern="1200" dirty="0" err="1">
                <a:solidFill>
                  <a:srgbClr val="FF0000"/>
                </a:solidFill>
                <a:latin typeface="Courier New"/>
                <a:cs typeface="Courier New"/>
              </a:rPr>
              <a:t>ptr</a:t>
            </a:r>
            <a:r>
              <a:rPr lang="id-ID" sz="3200" kern="1200" dirty="0">
                <a:solidFill>
                  <a:srgbClr val="FF0000"/>
                </a:solidFill>
                <a:latin typeface="Courier New"/>
                <a:cs typeface="Courier New"/>
              </a:rPr>
              <a:t>-&gt;</a:t>
            </a:r>
            <a:r>
              <a:rPr lang="id-ID" sz="3200" kern="1200" dirty="0" err="1">
                <a:solidFill>
                  <a:srgbClr val="FF0000"/>
                </a:solidFill>
                <a:latin typeface="Courier New"/>
                <a:cs typeface="Courier New"/>
              </a:rPr>
              <a:t>name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); //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equals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to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(*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ptr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).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name</a:t>
            </a:r>
            <a:endParaRPr lang="id-ID" sz="3200" dirty="0" err="1">
              <a:latin typeface="Open Sans"/>
              <a:ea typeface="Open Sans"/>
              <a:cs typeface="Open Sans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   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("GPA: %.2f\n", </a:t>
            </a:r>
            <a:r>
              <a:rPr lang="id-ID" sz="3200" kern="1200" dirty="0" err="1">
                <a:solidFill>
                  <a:srgbClr val="FF0000"/>
                </a:solidFill>
                <a:latin typeface="Courier New"/>
                <a:cs typeface="Courier New"/>
              </a:rPr>
              <a:t>ptr</a:t>
            </a:r>
            <a:r>
              <a:rPr lang="id-ID" sz="3200" kern="1200" dirty="0">
                <a:solidFill>
                  <a:srgbClr val="FF0000"/>
                </a:solidFill>
                <a:latin typeface="Courier New"/>
                <a:cs typeface="Courier New"/>
              </a:rPr>
              <a:t>-&gt;</a:t>
            </a:r>
            <a:r>
              <a:rPr lang="id-ID" sz="3200" kern="1200" dirty="0" err="1">
                <a:solidFill>
                  <a:srgbClr val="FF0000"/>
                </a:solidFill>
                <a:latin typeface="Courier New"/>
                <a:cs typeface="Courier New"/>
              </a:rPr>
              <a:t>gpa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); //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equals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to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(*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ptr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).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gpa</a:t>
            </a:r>
            <a:endParaRPr lang="id-ID" sz="3200" dirty="0" err="1">
              <a:ea typeface="Open Sans"/>
              <a:cs typeface="Open Sans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200" kern="12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    </a:t>
            </a:r>
            <a:r>
              <a:rPr lang="id-ID" sz="3200" kern="1200" dirty="0" err="1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 0;</a:t>
            </a:r>
            <a:endParaRPr lang="id-ID" sz="3200" dirty="0">
              <a:latin typeface="Courier New"/>
              <a:cs typeface="Courier New"/>
            </a:endParaRPr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200" kern="12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3200" dirty="0"/>
          </a:p>
          <a:p>
            <a:pPr algn="l" defTabSz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200" kern="1200" dirty="0">
              <a:solidFill>
                <a:srgbClr val="000000"/>
              </a:solidFill>
              <a:latin typeface="Courier New" pitchFamily="49" charset="0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4301305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6710E-64C2-9365-C1B9-A2A48EBC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199D-C4BE-1BAF-2AE6-4A4CB86B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Array of Structure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2969B-1112-B87A-666E-F5138A90D2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37758"/>
            <a:ext cx="19568673" cy="262192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Structure data type can only contain one record. Real world problem needs group of records.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 practice, structure usually used in conjunction with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array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8E44CB-8A3A-FB65-8023-47D69DBB4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D96626C-5759-FED4-D3F5-410B6170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5247616"/>
            <a:ext cx="18863824" cy="7296486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Dob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	int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date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month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year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};</a:t>
            </a:r>
            <a:endParaRPr lang="en-US" sz="3600" kern="1200" dirty="0">
              <a:solidFill>
                <a:srgbClr val="000000"/>
              </a:solidFill>
              <a:latin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3600" kern="1200" dirty="0">
              <a:solidFill>
                <a:srgbClr val="000000"/>
              </a:solidFill>
              <a:latin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Account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{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		int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accountNo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3600" kern="1200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char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accountType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		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char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name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[31];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		long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credit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		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Dob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lastTrans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};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kern="1200" dirty="0">
              <a:solidFill>
                <a:srgbClr val="000000"/>
              </a:solidFill>
              <a:latin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struct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Account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customer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[100];</a:t>
            </a:r>
            <a:r>
              <a:rPr lang="en-US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//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Array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of</a:t>
            </a:r>
            <a:r>
              <a:rPr lang="id-ID" sz="36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3600" kern="1200" dirty="0" err="1">
                <a:solidFill>
                  <a:srgbClr val="000000"/>
                </a:solidFill>
                <a:latin typeface="Courier New" pitchFamily="49" charset="0"/>
              </a:rPr>
              <a:t>structure</a:t>
            </a:r>
            <a:endParaRPr lang="id-ID" sz="3600" kern="1200" dirty="0">
              <a:solidFill>
                <a:srgbClr val="000000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06569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6462-7462-D9EE-848D-C2C111BC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CCFB-3CE8-C0D0-1AC4-6A06423E4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Array of 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4F9592-4761-F629-CB93-51539E7498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initialization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5055BEF-380D-1E10-6172-6F0D984D7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6" y="3460937"/>
            <a:ext cx="18863824" cy="625004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struct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dob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char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name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[31];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  int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date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month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year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};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d-ID" sz="4000" kern="1200" dirty="0">
              <a:solidFill>
                <a:srgbClr val="000000"/>
              </a:solidFill>
              <a:latin typeface="Courier New" pitchFamily="49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struct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dob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id-ID" sz="4000" kern="1200" dirty="0" err="1">
                <a:solidFill>
                  <a:srgbClr val="000000"/>
                </a:solidFill>
                <a:latin typeface="Courier New" pitchFamily="49" charset="0"/>
              </a:rPr>
              <a:t>birthday</a:t>
            </a: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[ ] = {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 {"Tata", 9, 7, 1984},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 {"Titi", 7, 9, 1986},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  {"Tutu", 9, 9, 1990}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4000" kern="1200" dirty="0">
                <a:solidFill>
                  <a:srgbClr val="000000"/>
                </a:solidFill>
                <a:latin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4104459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53A2-D68C-33BC-C379-AF05DE4B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BB474-59B8-DB9C-AEE7-D7C09B73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Array of Structure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6FBF32-DCF9-7638-64A8-9B44E4D6F1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8" name="Picture 7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17B347D2-9B7D-76E9-8687-A4FE49A32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223274"/>
            <a:ext cx="17949423" cy="885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9982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4957-0E93-1CD9-E536-EB04FF69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E90C-7F33-3F6C-EC48-973EF4E0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Typedef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4215D-7D79-825F-046E-B2452F10B8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A401257-176F-BA8D-6767-7228E98877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51916" y="3260663"/>
            <a:ext cx="20095632" cy="359733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typedef is a keyword used to create an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alias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(alternative name) for an existing data type.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It helps simplify complex or lengthy type declarations, making code easier to read and maintain.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It is especially useful for structures, pointer types, or other custom data type.</a:t>
            </a:r>
          </a:p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E9013F4-A03D-1E87-E41D-1294031A2D8E}"/>
              </a:ext>
            </a:extLst>
          </p:cNvPr>
          <p:cNvSpPr txBox="1">
            <a:spLocks/>
          </p:cNvSpPr>
          <p:nvPr/>
        </p:nvSpPr>
        <p:spPr>
          <a:xfrm>
            <a:off x="2151915" y="5125366"/>
            <a:ext cx="19568673" cy="9105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endParaRPr lang="en-ID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7D27B5C-C881-D6AA-846E-2E395A031869}"/>
              </a:ext>
            </a:extLst>
          </p:cNvPr>
          <p:cNvSpPr txBox="1">
            <a:spLocks/>
          </p:cNvSpPr>
          <p:nvPr/>
        </p:nvSpPr>
        <p:spPr>
          <a:xfrm>
            <a:off x="2663412" y="6799222"/>
            <a:ext cx="8857462" cy="5344010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typedef struct </a:t>
            </a:r>
            <a:r>
              <a:rPr lang="en-ID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BinusStudent</a:t>
            </a: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{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name[20];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 nim;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float </a:t>
            </a:r>
            <a:r>
              <a:rPr lang="en-ID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</a:t>
            </a:r>
            <a:r>
              <a:rPr lang="en-ID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Mhs</a:t>
            </a: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endParaRPr lang="en-ID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ID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Mhs</a:t>
            </a: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</a:t>
            </a:r>
            <a:r>
              <a:rPr lang="en-ID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ali</a:t>
            </a: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</a:t>
            </a:r>
            <a:r>
              <a:rPr lang="en-ID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tono</a:t>
            </a: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DBAA3-B8BD-8BF4-8D89-A5DD844F7C3A}"/>
              </a:ext>
            </a:extLst>
          </p:cNvPr>
          <p:cNvSpPr txBox="1"/>
          <p:nvPr/>
        </p:nvSpPr>
        <p:spPr>
          <a:xfrm>
            <a:off x="12192000" y="8167666"/>
            <a:ext cx="8165592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38138" indent="-338138" eaLnBrk="1" hangingPunct="1"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id-ID" sz="3600" dirty="0" err="1">
                <a:solidFill>
                  <a:srgbClr val="FF0000"/>
                </a:solidFill>
                <a:latin typeface="+mj-lt"/>
                <a:cs typeface="Tahoma" pitchFamily="34" charset="0"/>
              </a:rPr>
              <a:t>Mhs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an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alias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name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of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struct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BinusStudent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,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and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its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function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as a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new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 data </a:t>
            </a:r>
            <a:r>
              <a:rPr lang="id-ID" sz="3600" dirty="0" err="1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type</a:t>
            </a:r>
            <a:r>
              <a:rPr lang="id-ID" sz="3600" dirty="0">
                <a:solidFill>
                  <a:schemeClr val="tx2">
                    <a:lumMod val="50000"/>
                  </a:schemeClr>
                </a:solidFill>
                <a:latin typeface="+mj-lt"/>
                <a:cs typeface="Tahom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141134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F4EBB-2112-628F-D5DE-2F77F0D8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309D-6863-B650-4B17-AF380EE0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Typedef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F0AB4-DEE8-F12A-5D12-76A274318F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03E4AED-C115-F095-0B72-D10E5D6287EC}"/>
              </a:ext>
            </a:extLst>
          </p:cNvPr>
          <p:cNvSpPr txBox="1">
            <a:spLocks/>
          </p:cNvSpPr>
          <p:nvPr/>
        </p:nvSpPr>
        <p:spPr>
          <a:xfrm>
            <a:off x="2151915" y="5125366"/>
            <a:ext cx="19568673" cy="9105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endParaRPr lang="en-ID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8" name="Picture 7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7307A3F6-1B08-9AC0-EEC6-2F0703AB9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915" y="3573123"/>
            <a:ext cx="12397161" cy="7146189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F0196CD-7437-E65D-ED2B-DE1EF28D89C0}"/>
              </a:ext>
            </a:extLst>
          </p:cNvPr>
          <p:cNvSpPr txBox="1">
            <a:spLocks/>
          </p:cNvSpPr>
          <p:nvPr/>
        </p:nvSpPr>
        <p:spPr>
          <a:xfrm>
            <a:off x="15060573" y="3583406"/>
            <a:ext cx="7171512" cy="2409430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ID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Output: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Employee name: B. Smith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Employee ID: 0001</a:t>
            </a:r>
            <a:endParaRPr lang="en-ID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57464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29ECA-79EA-806D-9E7A-1A0C9A50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0DCA-2DD1-1C75-B7A6-27C249AE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union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BB6A5-6FD0-F54A-79A6-2D69B1B5B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885139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4000" b="1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Union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 is used for memory join. By using union, a memory location can be assigned for two or more variable with different data types.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Memory capacity used by union is the largest capacity used by any element of the union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Syntax: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union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name_union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{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 typedata1  name_var1 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 typedata2   name_var2;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 ……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name_var_union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union</a:t>
            </a:r>
            <a:r>
              <a:rPr lang="en-US" altLang="en-US" sz="4000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4000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name_union</a:t>
            </a:r>
            <a:r>
              <a:rPr lang="en-US" altLang="en-US" sz="4000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4000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name_var_union</a:t>
            </a:r>
            <a:r>
              <a:rPr lang="en-US" altLang="en-US" sz="4000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 </a:t>
            </a:r>
          </a:p>
          <a:p>
            <a:pPr algn="just">
              <a:spcBef>
                <a:spcPts val="1200"/>
              </a:spcBef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09B17-152D-5CAB-481E-AECA3E247A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28816865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B945-4A50-9BFF-104D-F6C8D92C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F80E-7F78-E4DC-602C-BCC94D37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union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24581-B63F-5C5D-F605-9C66E059B17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936252" y="6618754"/>
            <a:ext cx="9799798" cy="5225188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321= 101000001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b="1" dirty="0">
              <a:solidFill>
                <a:schemeClr val="bg2">
                  <a:lumMod val="10000"/>
                </a:schemeClr>
              </a:solidFill>
              <a:latin typeface="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b="1" dirty="0">
              <a:solidFill>
                <a:schemeClr val="bg2">
                  <a:lumMod val="10000"/>
                </a:schemeClr>
              </a:solidFill>
              <a:latin typeface="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7C1B8-2251-FE99-C319-673623382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0B56373-E755-265F-A3E7-AA0565C41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260662"/>
            <a:ext cx="9298093" cy="89557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D566BE-C82F-BE83-D5CC-046FEB37E58D}"/>
              </a:ext>
            </a:extLst>
          </p:cNvPr>
          <p:cNvSpPr txBox="1"/>
          <p:nvPr/>
        </p:nvSpPr>
        <p:spPr>
          <a:xfrm>
            <a:off x="11936252" y="3223274"/>
            <a:ext cx="5041428" cy="2554545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/>
            <a:r>
              <a:rPr lang="pt-BR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  = 321</a:t>
            </a:r>
          </a:p>
          <a:p>
            <a:pPr algn="l"/>
            <a:r>
              <a:rPr lang="pt-BR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s[0] = 65</a:t>
            </a:r>
          </a:p>
          <a:p>
            <a:pPr algn="l"/>
            <a:r>
              <a:rPr lang="pt-BR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s[1] = 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C953E2-F02F-76C6-AD74-DCBBEFF03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252" y="7650466"/>
            <a:ext cx="10814020" cy="32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6608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A5890-0389-33D9-4F6F-2033C9FA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F2B7A-C058-C129-37D0-817491B3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enumeration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A18BD-D005-036D-7C1C-DCF86080DF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885139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4000" b="1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Enumeration 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is a data type with predefined number of data. This limited number of data is named for program readability.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Syntax: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enum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name_type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{</a:t>
            </a:r>
          </a:p>
          <a:p>
            <a:pPr marL="1203325" lvl="2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const1, const2,…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const_n</a:t>
            </a: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name_var</a:t>
            </a: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id-ID" sz="4000" b="1" dirty="0" err="1">
                <a:solidFill>
                  <a:srgbClr val="FF0000"/>
                </a:solidFill>
                <a:latin typeface="Courier New" pitchFamily="49" charset="0"/>
                <a:cs typeface="Tahoma" pitchFamily="34" charset="0"/>
              </a:rPr>
              <a:t>enum</a:t>
            </a:r>
            <a:r>
              <a:rPr lang="id-ID" sz="4000" dirty="0">
                <a:solidFill>
                  <a:srgbClr val="000000"/>
                </a:solidFill>
                <a:latin typeface="Courier New" pitchFamily="49" charset="0"/>
                <a:cs typeface="Tahoma" pitchFamily="34" charset="0"/>
              </a:rPr>
              <a:t> </a:t>
            </a:r>
            <a:r>
              <a:rPr lang="id-ID" sz="4000" dirty="0" err="1">
                <a:solidFill>
                  <a:srgbClr val="000000"/>
                </a:solidFill>
                <a:latin typeface="Courier New" pitchFamily="49" charset="0"/>
                <a:cs typeface="Tahoma" pitchFamily="34" charset="0"/>
              </a:rPr>
              <a:t>name_type</a:t>
            </a:r>
            <a:r>
              <a:rPr lang="id-ID" sz="4000" dirty="0">
                <a:solidFill>
                  <a:srgbClr val="000000"/>
                </a:solidFill>
                <a:latin typeface="Courier New" pitchFamily="49" charset="0"/>
                <a:cs typeface="Tahoma" pitchFamily="34" charset="0"/>
              </a:rPr>
              <a:t> </a:t>
            </a:r>
            <a:r>
              <a:rPr lang="id-ID" sz="4000" dirty="0" err="1">
                <a:solidFill>
                  <a:srgbClr val="000000"/>
                </a:solidFill>
                <a:latin typeface="Courier New" pitchFamily="49" charset="0"/>
                <a:cs typeface="Tahoma" pitchFamily="34" charset="0"/>
              </a:rPr>
              <a:t>name_var</a:t>
            </a:r>
            <a:r>
              <a:rPr lang="id-ID" sz="4000" dirty="0">
                <a:solidFill>
                  <a:srgbClr val="000000"/>
                </a:solidFill>
                <a:latin typeface="Courier New" pitchFamily="49" charset="0"/>
                <a:cs typeface="Tahoma" pitchFamily="34" charset="0"/>
              </a:rPr>
              <a:t>;</a:t>
            </a: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9EA5A-4D08-D78B-01DE-C8A4F900B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95989685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3D774-D87D-0256-C051-5E5D4DD3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1450-F2BE-88F8-B3BA-0A19C26A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enumeration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E9B5E-7F29-26B8-F354-F718CB9805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DF9C56-50C2-C0E7-7802-A971CA85C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260662"/>
            <a:ext cx="11512047" cy="92466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61FCAD-657F-1A73-33C2-8DF4C7BF9698}"/>
              </a:ext>
            </a:extLst>
          </p:cNvPr>
          <p:cNvSpPr txBox="1"/>
          <p:nvPr/>
        </p:nvSpPr>
        <p:spPr>
          <a:xfrm>
            <a:off x="11936252" y="4427338"/>
            <a:ext cx="9024826" cy="1938992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Today is Wednesday.</a:t>
            </a:r>
          </a:p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 value of today is: 3</a:t>
            </a:r>
          </a:p>
        </p:txBody>
      </p:sp>
    </p:spTree>
    <p:extLst>
      <p:ext uri="{BB962C8B-B14F-4D97-AF65-F5344CB8AC3E}">
        <p14:creationId xmlns:p14="http://schemas.microsoft.com/office/powerpoint/2010/main" val="106875575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47FD-C2EB-F59B-61E2-A1850FFC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F807-A167-0063-6ED8-79F2EF44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enumeration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93CE66-717D-C825-2F35-0FBF9A5880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A9B8A-A815-F3AC-A9E2-3DD431405E15}"/>
              </a:ext>
            </a:extLst>
          </p:cNvPr>
          <p:cNvSpPr txBox="1"/>
          <p:nvPr/>
        </p:nvSpPr>
        <p:spPr>
          <a:xfrm>
            <a:off x="2167377" y="10874446"/>
            <a:ext cx="9024826" cy="1323439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 Status: 300</a:t>
            </a:r>
          </a:p>
        </p:txBody>
      </p:sp>
      <p:pic>
        <p:nvPicPr>
          <p:cNvPr id="4" name="Picture 3" descr="A computer code with text&#10;&#10;AI-generated content may be incorrect.">
            <a:extLst>
              <a:ext uri="{FF2B5EF4-FFF2-40B4-BE49-F238E27FC236}">
                <a16:creationId xmlns:a16="http://schemas.microsoft.com/office/drawing/2014/main" id="{4956714B-A490-5C4E-1B87-A76E10DD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450045"/>
            <a:ext cx="12284026" cy="7083843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6943951-15B9-8679-115A-C989007EF2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886431" y="5614416"/>
            <a:ext cx="7330191" cy="2487168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Courier New" panose="02070309020205020404" pitchFamily="49" charset="0"/>
              </a:rPr>
              <a:t>By default,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Courier New" panose="02070309020205020404" pitchFamily="49" charset="0"/>
              </a:rPr>
              <a:t>enum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Courier New" panose="02070309020205020404" pitchFamily="49" charset="0"/>
              </a:rPr>
              <a:t> values start at 0 and increment by 1.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Courier New" panose="02070309020205020404" pitchFamily="49" charset="0"/>
              </a:rPr>
              <a:t>We can assign custom values.</a:t>
            </a: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93381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6EA5-BCA1-3295-49C2-DB14D881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C1F7-855D-E3C0-782B-68B7432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4902-46C4-1E95-FE4D-EA683502FD99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structure with the following definition: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Struct Student consists of student number, name, address, place and date of birth.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Address is a struct itself consists of street name, number, city, province.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Date of birth is a struct with element: date, month and year.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2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Based on previous exercise create a program to input 5 students data (use array of structure)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7480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2F24-A024-DDB8-4EBF-D29F7D5D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BD7E-AB22-4EE5-E68B-91D2ACAF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A44E4-A9EB-F823-C81C-1C13969224C6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3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Based on the following structure, create an application using array of structure to input 5 car types, and display them on the screen!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F671635-BB34-55D5-2ADF-FBDD96F4A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5708904"/>
            <a:ext cx="8223504" cy="34185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 automobile {</a:t>
            </a:r>
          </a:p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int year;</a:t>
            </a:r>
          </a:p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char model[8];</a:t>
            </a:r>
          </a:p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int engine_power;</a:t>
            </a:r>
          </a:p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float weight;</a:t>
            </a:r>
          </a:p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6932203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26592-FDA9-F276-62FA-94A9ACC0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2AE3-AA51-A052-0192-A06207A67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62A81-E16A-DFF1-5288-4A9AD421F943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230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4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Using the following structure, create a program to input 5 students data and display students with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&gt;= 3.0 and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&lt; 3.0. Example :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D501566A-8CB2-C563-4286-B46B5AD78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5546187"/>
            <a:ext cx="8223504" cy="286450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ipk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nim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[11];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[30];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id-ID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gpa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7D73A-4611-16FD-1788-33600B0FBCD7}"/>
              </a:ext>
            </a:extLst>
          </p:cNvPr>
          <p:cNvSpPr txBox="1"/>
          <p:nvPr/>
        </p:nvSpPr>
        <p:spPr>
          <a:xfrm>
            <a:off x="11183112" y="5546187"/>
            <a:ext cx="8494776" cy="5016758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sv-SE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/>
            <a:r>
              <a:rPr lang="sv-SE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 gpa &gt;=3.0 :</a:t>
            </a:r>
          </a:p>
          <a:p>
            <a:pPr algn="l"/>
            <a:r>
              <a:rPr lang="sv-SE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Andi</a:t>
            </a:r>
          </a:p>
          <a:p>
            <a:pPr algn="l"/>
            <a:r>
              <a:rPr lang="sv-SE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Budi</a:t>
            </a:r>
          </a:p>
          <a:p>
            <a:pPr algn="l"/>
            <a:r>
              <a:rPr lang="sv-SE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Candra</a:t>
            </a:r>
          </a:p>
          <a:p>
            <a:pPr algn="l"/>
            <a:r>
              <a:rPr lang="sv-SE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 gpa &lt; 3.0 :</a:t>
            </a:r>
          </a:p>
          <a:p>
            <a:pPr algn="l"/>
            <a:r>
              <a:rPr lang="sv-SE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Emin</a:t>
            </a:r>
          </a:p>
          <a:p>
            <a:pPr algn="l"/>
            <a:r>
              <a:rPr lang="sv-SE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Dadu</a:t>
            </a:r>
          </a:p>
        </p:txBody>
      </p:sp>
    </p:spTree>
    <p:extLst>
      <p:ext uri="{BB962C8B-B14F-4D97-AF65-F5344CB8AC3E}">
        <p14:creationId xmlns:p14="http://schemas.microsoft.com/office/powerpoint/2010/main" val="234865705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E044-2BBE-A7FB-4FED-806A8D5D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483E-8BF2-9595-1C05-A2447174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060D3-F290-390F-A7E8-9B8A1596CC74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5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program (not using array) to receive input for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studentScore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struct and then display nim, name,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subjectCode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sks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, and grade.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1B31232-6946-D196-8B07-82880CD6D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5708904"/>
            <a:ext cx="8223504" cy="3972499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studentScore</a:t>
            </a: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char nim[11];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char name [30];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subjectCode</a:t>
            </a: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[5];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3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sks</a:t>
            </a: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char grade;</a:t>
            </a:r>
          </a:p>
          <a:p>
            <a:pPr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7761237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A82D-84B2-1B5C-FE12-F206FDDDE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62F7-AB6A-E089-6254-D7A3F866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36339-8491-2252-7A33-9DBE6D65932F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230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6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Using previous exercise, consider the following grading and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sks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table. Create a program using array of struct to input 5 subject score of 1st semester then display the student’s GPA!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834A6-B88D-9D60-3273-9C30356ED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5562691"/>
            <a:ext cx="7252324" cy="4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4576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95257-A1EC-3486-F40D-D5E48334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45AB-9D68-476E-2CA9-0301671F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SUMMARY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736EA-6948-CC3C-404C-D901D54C4C03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7296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Structure is a data type to store group of data with various of data type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Structure in other programming language also called record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Nested Structure is a structure with one of its element is another structure.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Union is used for memory join. By using union, a memory location can be assigned for two or more variable with different data types</a:t>
            </a:r>
          </a:p>
        </p:txBody>
      </p:sp>
    </p:spTree>
    <p:extLst>
      <p:ext uri="{BB962C8B-B14F-4D97-AF65-F5344CB8AC3E}">
        <p14:creationId xmlns:p14="http://schemas.microsoft.com/office/powerpoint/2010/main" val="69438024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Collecting Data Items of Different Types: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http://aelinik.free.fr/c/ch19.htm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Structs, Enums, and Unions: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http://www.lysator.liu.se/c/c-faq/c-9</a:t>
            </a:r>
            <a:r>
              <a:rPr lang="en-US" altLang="en-US" sz="360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.html</a:t>
            </a:r>
            <a:r>
              <a:rPr lang="en-US" altLang="en-US" sz="360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C2ABC-B949-4220-B159-850C57BEB8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732F16-8664-4EB0-BFDC-CCB5AECAC736}">
  <ds:schemaRefs>
    <ds:schemaRef ds:uri="http://purl.org/dc/dcmitype/"/>
    <ds:schemaRef ds:uri="http://purl.org/dc/terms/"/>
    <ds:schemaRef ds:uri="fc2d5289-3ec1-4d76-80c1-a1cd17baf85c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2437cf3-862c-4aa8-bd7e-caeecb8e11df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EC1BE3A-9E78-44F3-B3F0-28B23161E4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5349</TotalTime>
  <Words>1807</Words>
  <Application>Microsoft Office PowerPoint</Application>
  <PresentationFormat>Custom</PresentationFormat>
  <Paragraphs>341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21_BasicWhite</vt:lpstr>
      <vt:lpstr>Structure and Union</vt:lpstr>
      <vt:lpstr>Learning Objectives</vt:lpstr>
      <vt:lpstr>Subtopics</vt:lpstr>
      <vt:lpstr>structure</vt:lpstr>
      <vt:lpstr>structure</vt:lpstr>
      <vt:lpstr>structure</vt:lpstr>
      <vt:lpstr>structure</vt:lpstr>
      <vt:lpstr>structure</vt:lpstr>
      <vt:lpstr>structure</vt:lpstr>
      <vt:lpstr>structure</vt:lpstr>
      <vt:lpstr>structure</vt:lpstr>
      <vt:lpstr>structure</vt:lpstr>
      <vt:lpstr>structure</vt:lpstr>
      <vt:lpstr>Local structure</vt:lpstr>
      <vt:lpstr>Nested structure</vt:lpstr>
      <vt:lpstr>Pointer of Structure</vt:lpstr>
      <vt:lpstr>Array of Structure</vt:lpstr>
      <vt:lpstr>Array of Structure</vt:lpstr>
      <vt:lpstr>Array of Structure</vt:lpstr>
      <vt:lpstr>Typedef</vt:lpstr>
      <vt:lpstr>Typedef</vt:lpstr>
      <vt:lpstr>union</vt:lpstr>
      <vt:lpstr>union</vt:lpstr>
      <vt:lpstr>enumeration</vt:lpstr>
      <vt:lpstr>enumeration</vt:lpstr>
      <vt:lpstr>enumeration</vt:lpstr>
      <vt:lpstr>exercise</vt:lpstr>
      <vt:lpstr>exercise</vt:lpstr>
      <vt:lpstr>exercise</vt:lpstr>
      <vt:lpstr>exercise</vt:lpstr>
      <vt:lpstr>exercise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SHANIA PRICCILIA</cp:lastModifiedBy>
  <cp:revision>103</cp:revision>
  <dcterms:created xsi:type="dcterms:W3CDTF">2025-05-12T11:13:33Z</dcterms:created>
  <dcterms:modified xsi:type="dcterms:W3CDTF">2025-06-30T15:46:36Z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