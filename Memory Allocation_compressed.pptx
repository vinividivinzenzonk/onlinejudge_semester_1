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44"/>
  </p:notesMasterIdLst>
  <p:sldIdLst>
    <p:sldId id="256" r:id="rId5"/>
    <p:sldId id="258" r:id="rId6"/>
    <p:sldId id="259" r:id="rId7"/>
    <p:sldId id="262" r:id="rId8"/>
    <p:sldId id="439" r:id="rId9"/>
    <p:sldId id="438" r:id="rId10"/>
    <p:sldId id="440" r:id="rId11"/>
    <p:sldId id="441" r:id="rId12"/>
    <p:sldId id="349" r:id="rId13"/>
    <p:sldId id="442" r:id="rId14"/>
    <p:sldId id="443" r:id="rId15"/>
    <p:sldId id="444" r:id="rId16"/>
    <p:sldId id="429" r:id="rId17"/>
    <p:sldId id="445" r:id="rId18"/>
    <p:sldId id="446" r:id="rId19"/>
    <p:sldId id="447" r:id="rId20"/>
    <p:sldId id="448" r:id="rId21"/>
    <p:sldId id="449" r:id="rId22"/>
    <p:sldId id="450" r:id="rId23"/>
    <p:sldId id="451" r:id="rId24"/>
    <p:sldId id="452" r:id="rId25"/>
    <p:sldId id="454" r:id="rId26"/>
    <p:sldId id="455" r:id="rId27"/>
    <p:sldId id="456" r:id="rId28"/>
    <p:sldId id="453" r:id="rId29"/>
    <p:sldId id="457" r:id="rId30"/>
    <p:sldId id="428" r:id="rId31"/>
    <p:sldId id="458" r:id="rId32"/>
    <p:sldId id="459" r:id="rId33"/>
    <p:sldId id="460" r:id="rId34"/>
    <p:sldId id="461" r:id="rId35"/>
    <p:sldId id="462" r:id="rId36"/>
    <p:sldId id="463" r:id="rId37"/>
    <p:sldId id="465" r:id="rId38"/>
    <p:sldId id="333" r:id="rId39"/>
    <p:sldId id="433" r:id="rId40"/>
    <p:sldId id="434" r:id="rId41"/>
    <p:sldId id="390" r:id="rId42"/>
    <p:sldId id="287" r:id="rId43"/>
  </p:sldIdLst>
  <p:sldSz cx="24384000" cy="13716000"/>
  <p:notesSz cx="6858000" cy="9144000"/>
  <p:embeddedFontLst>
    <p:embeddedFont>
      <p:font typeface="OCRB" panose="020B0609020202020204" pitchFamily="49" charset="0"/>
      <p:regular r:id="rId45"/>
    </p:embeddedFont>
    <p:embeddedFont>
      <p:font typeface="Open Sans" panose="020B0606030504020204" pitchFamily="34" charset="0"/>
      <p:regular r:id="rId46"/>
      <p:bold r:id="rId47"/>
      <p:italic r:id="rId48"/>
      <p:boldItalic r:id="rId49"/>
    </p:embeddedFont>
    <p:embeddedFont>
      <p:font typeface="Open Sans ExtraBold" panose="020B0906030804020204" pitchFamily="34" charset="0"/>
      <p:regular r:id="rId50"/>
      <p:bold r:id="rId51"/>
      <p:italic r:id="rId52"/>
      <p:boldItalic r:id="rId53"/>
    </p:embeddedFont>
    <p:embeddedFont>
      <p:font typeface="Open Sans Light" panose="020B0306030504020204" pitchFamily="34" charset="0"/>
      <p:regular r:id="rId54"/>
      <p:bold r:id="rId55"/>
      <p:italic r:id="rId56"/>
    </p:embeddedFont>
    <p:embeddedFont>
      <p:font typeface="Tahoma" panose="020B0604030504040204" pitchFamily="34" charset="0"/>
      <p:regular r:id="rId57"/>
      <p:bold r:id="rId5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C8FD4C-6371-BCD8-B28B-5FC40BFE1224}" v="16" dt="2025-06-30T16:03:30.74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84" autoAdjust="0"/>
    <p:restoredTop sz="96197"/>
  </p:normalViewPr>
  <p:slideViewPr>
    <p:cSldViewPr snapToGrid="0" snapToObjects="1">
      <p:cViewPr varScale="1">
        <p:scale>
          <a:sx n="21" d="100"/>
          <a:sy n="21" d="100"/>
        </p:scale>
        <p:origin x="101" y="859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font" Target="fonts/font7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2.fntdata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10.fntdata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ia Priccilia" userId="S::shania.priccilia@binus.edu::c4dd4a50-8335-4e39-a119-dc5e413d78e9" providerId="AD" clId="Web-{E1A2F86E-03FE-4A8D-B52F-58D5A704472C}"/>
    <pc:docChg chg="modSld">
      <pc:chgData name="Shania Priccilia" userId="S::shania.priccilia@binus.edu::c4dd4a50-8335-4e39-a119-dc5e413d78e9" providerId="AD" clId="Web-{E1A2F86E-03FE-4A8D-B52F-58D5A704472C}" dt="2025-06-25T04:21:00.283" v="15" actId="20577"/>
      <pc:docMkLst>
        <pc:docMk/>
      </pc:docMkLst>
      <pc:sldChg chg="modSp">
        <pc:chgData name="Shania Priccilia" userId="S::shania.priccilia@binus.edu::c4dd4a50-8335-4e39-a119-dc5e413d78e9" providerId="AD" clId="Web-{E1A2F86E-03FE-4A8D-B52F-58D5A704472C}" dt="2025-06-25T04:21:00.283" v="15" actId="20577"/>
        <pc:sldMkLst>
          <pc:docMk/>
          <pc:sldMk cId="4105662268" sldId="259"/>
        </pc:sldMkLst>
        <pc:spChg chg="mod">
          <ac:chgData name="Shania Priccilia" userId="S::shania.priccilia@binus.edu::c4dd4a50-8335-4e39-a119-dc5e413d78e9" providerId="AD" clId="Web-{E1A2F86E-03FE-4A8D-B52F-58D5A704472C}" dt="2025-06-25T04:21:00.283" v="15" actId="20577"/>
          <ac:spMkLst>
            <pc:docMk/>
            <pc:sldMk cId="4105662268" sldId="259"/>
            <ac:spMk id="4" creationId="{F37B5071-5AEC-07E9-E361-22C4629DB39D}"/>
          </ac:spMkLst>
        </pc:spChg>
      </pc:sldChg>
    </pc:docChg>
  </pc:docChgLst>
  <pc:docChgLst>
    <pc:chgData name="SHANIA PRICCILIA" userId="28f68feb-2ad7-4195-8423-6eee3405c604" providerId="ADAL" clId="{F8AC7917-C986-43E0-9E74-E155AF6186BD}"/>
    <pc:docChg chg="undo redo custSel addSld delSld modSld sldOrd">
      <pc:chgData name="SHANIA PRICCILIA" userId="28f68feb-2ad7-4195-8423-6eee3405c604" providerId="ADAL" clId="{F8AC7917-C986-43E0-9E74-E155AF6186BD}" dt="2025-06-22T16:28:08.868" v="1615"/>
      <pc:docMkLst>
        <pc:docMk/>
      </pc:docMkLst>
      <pc:sldChg chg="modSp mod">
        <pc:chgData name="SHANIA PRICCILIA" userId="28f68feb-2ad7-4195-8423-6eee3405c604" providerId="ADAL" clId="{F8AC7917-C986-43E0-9E74-E155AF6186BD}" dt="2025-06-14T15:18:13.815" v="1" actId="20577"/>
        <pc:sldMkLst>
          <pc:docMk/>
          <pc:sldMk cId="3807564589" sldId="256"/>
        </pc:sldMkLst>
        <pc:spChg chg="mod">
          <ac:chgData name="SHANIA PRICCILIA" userId="28f68feb-2ad7-4195-8423-6eee3405c604" providerId="ADAL" clId="{F8AC7917-C986-43E0-9E74-E155AF6186BD}" dt="2025-06-14T15:18:13.815" v="1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SHANIA PRICCILIA" userId="28f68feb-2ad7-4195-8423-6eee3405c604" providerId="ADAL" clId="{F8AC7917-C986-43E0-9E74-E155AF6186BD}" dt="2025-06-14T15:18:11.241" v="0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SHANIA PRICCILIA" userId="28f68feb-2ad7-4195-8423-6eee3405c604" providerId="ADAL" clId="{F8AC7917-C986-43E0-9E74-E155AF6186BD}" dt="2025-06-14T15:18:32.817" v="4"/>
        <pc:sldMkLst>
          <pc:docMk/>
          <pc:sldMk cId="1968907909" sldId="258"/>
        </pc:sldMkLst>
        <pc:spChg chg="mod">
          <ac:chgData name="SHANIA PRICCILIA" userId="28f68feb-2ad7-4195-8423-6eee3405c604" providerId="ADAL" clId="{F8AC7917-C986-43E0-9E74-E155AF6186BD}" dt="2025-06-14T15:18:32.817" v="4"/>
          <ac:spMkLst>
            <pc:docMk/>
            <pc:sldMk cId="1968907909" sldId="258"/>
            <ac:spMk id="4" creationId="{BF639152-5297-4504-380C-94154A8D96CB}"/>
          </ac:spMkLst>
        </pc:spChg>
      </pc:sldChg>
      <pc:sldChg chg="modSp mod">
        <pc:chgData name="SHANIA PRICCILIA" userId="28f68feb-2ad7-4195-8423-6eee3405c604" providerId="ADAL" clId="{F8AC7917-C986-43E0-9E74-E155AF6186BD}" dt="2025-06-14T15:43:09.510" v="261" actId="20577"/>
        <pc:sldMkLst>
          <pc:docMk/>
          <pc:sldMk cId="4105662268" sldId="259"/>
        </pc:sldMkLst>
        <pc:spChg chg="mod">
          <ac:chgData name="SHANIA PRICCILIA" userId="28f68feb-2ad7-4195-8423-6eee3405c604" providerId="ADAL" clId="{F8AC7917-C986-43E0-9E74-E155AF6186BD}" dt="2025-06-14T15:18:36.849" v="5" actId="20577"/>
          <ac:spMkLst>
            <pc:docMk/>
            <pc:sldMk cId="4105662268" sldId="259"/>
            <ac:spMk id="3" creationId="{2F63D14B-FD76-D22A-48FE-7092D41FE3E9}"/>
          </ac:spMkLst>
        </pc:spChg>
        <pc:spChg chg="mod">
          <ac:chgData name="SHANIA PRICCILIA" userId="28f68feb-2ad7-4195-8423-6eee3405c604" providerId="ADAL" clId="{F8AC7917-C986-43E0-9E74-E155AF6186BD}" dt="2025-06-14T15:43:09.510" v="261" actId="20577"/>
          <ac:spMkLst>
            <pc:docMk/>
            <pc:sldMk cId="4105662268" sldId="259"/>
            <ac:spMk id="4" creationId="{F37B5071-5AEC-07E9-E361-22C4629DB39D}"/>
          </ac:spMkLst>
        </pc:spChg>
      </pc:sldChg>
      <pc:sldChg chg="modSp mod">
        <pc:chgData name="SHANIA PRICCILIA" userId="28f68feb-2ad7-4195-8423-6eee3405c604" providerId="ADAL" clId="{F8AC7917-C986-43E0-9E74-E155AF6186BD}" dt="2025-06-14T15:38:53.454" v="241" actId="15"/>
        <pc:sldMkLst>
          <pc:docMk/>
          <pc:sldMk cId="852008808" sldId="262"/>
        </pc:sldMkLst>
        <pc:spChg chg="mod">
          <ac:chgData name="SHANIA PRICCILIA" userId="28f68feb-2ad7-4195-8423-6eee3405c604" providerId="ADAL" clId="{F8AC7917-C986-43E0-9E74-E155AF6186BD}" dt="2025-06-14T15:20:24.778" v="29" actId="20577"/>
          <ac:spMkLst>
            <pc:docMk/>
            <pc:sldMk cId="852008808" sldId="262"/>
            <ac:spMk id="2" creationId="{B5ED9BEF-9542-7100-1D62-738DD1E8400C}"/>
          </ac:spMkLst>
        </pc:spChg>
        <pc:spChg chg="mod">
          <ac:chgData name="SHANIA PRICCILIA" userId="28f68feb-2ad7-4195-8423-6eee3405c604" providerId="ADAL" clId="{F8AC7917-C986-43E0-9E74-E155AF6186BD}" dt="2025-06-14T15:38:53.454" v="241" actId="15"/>
          <ac:spMkLst>
            <pc:docMk/>
            <pc:sldMk cId="852008808" sldId="262"/>
            <ac:spMk id="4" creationId="{A658487A-CC6E-01E0-FD53-981205337ECB}"/>
          </ac:spMkLst>
        </pc:spChg>
      </pc:sldChg>
      <pc:sldChg chg="modSp mod">
        <pc:chgData name="SHANIA PRICCILIA" userId="28f68feb-2ad7-4195-8423-6eee3405c604" providerId="ADAL" clId="{F8AC7917-C986-43E0-9E74-E155AF6186BD}" dt="2025-06-22T16:27:34.723" v="1614" actId="20577"/>
        <pc:sldMkLst>
          <pc:docMk/>
          <pc:sldMk cId="3376909363" sldId="287"/>
        </pc:sldMkLst>
        <pc:spChg chg="mod">
          <ac:chgData name="SHANIA PRICCILIA" userId="28f68feb-2ad7-4195-8423-6eee3405c604" providerId="ADAL" clId="{F8AC7917-C986-43E0-9E74-E155AF6186BD}" dt="2025-06-22T16:27:34.723" v="1614" actId="20577"/>
          <ac:spMkLst>
            <pc:docMk/>
            <pc:sldMk cId="3376909363" sldId="287"/>
            <ac:spMk id="13" creationId="{FC637192-B017-8920-94C9-2C0A55F44F6B}"/>
          </ac:spMkLst>
        </pc:spChg>
      </pc:sldChg>
      <pc:sldChg chg="modSp mod">
        <pc:chgData name="SHANIA PRICCILIA" userId="28f68feb-2ad7-4195-8423-6eee3405c604" providerId="ADAL" clId="{F8AC7917-C986-43E0-9E74-E155AF6186BD}" dt="2025-06-22T16:21:43.343" v="1493" actId="2711"/>
        <pc:sldMkLst>
          <pc:docMk/>
          <pc:sldMk cId="2125174800" sldId="333"/>
        </pc:sldMkLst>
        <pc:spChg chg="mod">
          <ac:chgData name="SHANIA PRICCILIA" userId="28f68feb-2ad7-4195-8423-6eee3405c604" providerId="ADAL" clId="{F8AC7917-C986-43E0-9E74-E155AF6186BD}" dt="2025-06-22T16:21:43.343" v="1493" actId="2711"/>
          <ac:spMkLst>
            <pc:docMk/>
            <pc:sldMk cId="2125174800" sldId="333"/>
            <ac:spMk id="4" creationId="{E80C4902-46C4-1E95-FE4D-EA683502FD99}"/>
          </ac:spMkLst>
        </pc:spChg>
      </pc:sldChg>
      <pc:sldChg chg="modSp mod">
        <pc:chgData name="SHANIA PRICCILIA" userId="28f68feb-2ad7-4195-8423-6eee3405c604" providerId="ADAL" clId="{F8AC7917-C986-43E0-9E74-E155AF6186BD}" dt="2025-06-18T16:16:23.196" v="330" actId="20577"/>
        <pc:sldMkLst>
          <pc:docMk/>
          <pc:sldMk cId="1288168657" sldId="349"/>
        </pc:sldMkLst>
        <pc:spChg chg="mod">
          <ac:chgData name="SHANIA PRICCILIA" userId="28f68feb-2ad7-4195-8423-6eee3405c604" providerId="ADAL" clId="{F8AC7917-C986-43E0-9E74-E155AF6186BD}" dt="2025-06-18T16:16:23.196" v="330" actId="20577"/>
          <ac:spMkLst>
            <pc:docMk/>
            <pc:sldMk cId="1288168657" sldId="349"/>
            <ac:spMk id="4" creationId="{C98BB6A5-6FD0-F54A-79A6-2D69B1B5B605}"/>
          </ac:spMkLst>
        </pc:spChg>
      </pc:sldChg>
      <pc:sldChg chg="modSp mod">
        <pc:chgData name="SHANIA PRICCILIA" userId="28f68feb-2ad7-4195-8423-6eee3405c604" providerId="ADAL" clId="{F8AC7917-C986-43E0-9E74-E155AF6186BD}" dt="2025-06-22T16:27:12.877" v="1609" actId="14100"/>
        <pc:sldMkLst>
          <pc:docMk/>
          <pc:sldMk cId="694380247" sldId="390"/>
        </pc:sldMkLst>
        <pc:spChg chg="mod">
          <ac:chgData name="SHANIA PRICCILIA" userId="28f68feb-2ad7-4195-8423-6eee3405c604" providerId="ADAL" clId="{F8AC7917-C986-43E0-9E74-E155AF6186BD}" dt="2025-06-22T16:27:12.877" v="1609" actId="14100"/>
          <ac:spMkLst>
            <pc:docMk/>
            <pc:sldMk cId="694380247" sldId="390"/>
            <ac:spMk id="4" creationId="{A3F736EA-6948-CC3C-404C-D901D54C4C03}"/>
          </ac:spMkLst>
        </pc:spChg>
      </pc:sldChg>
      <pc:sldChg chg="addSp modSp mod ord">
        <pc:chgData name="SHANIA PRICCILIA" userId="28f68feb-2ad7-4195-8423-6eee3405c604" providerId="ADAL" clId="{F8AC7917-C986-43E0-9E74-E155AF6186BD}" dt="2025-06-18T16:52:10.231" v="497"/>
        <pc:sldMkLst>
          <pc:docMk/>
          <pc:sldMk cId="959896851" sldId="429"/>
        </pc:sldMkLst>
        <pc:spChg chg="mod">
          <ac:chgData name="SHANIA PRICCILIA" userId="28f68feb-2ad7-4195-8423-6eee3405c604" providerId="ADAL" clId="{F8AC7917-C986-43E0-9E74-E155AF6186BD}" dt="2025-06-18T16:52:10.231" v="497"/>
          <ac:spMkLst>
            <pc:docMk/>
            <pc:sldMk cId="959896851" sldId="429"/>
            <ac:spMk id="2" creationId="{B09F2B7A-C058-C129-37D0-817491B3A548}"/>
          </ac:spMkLst>
        </pc:spChg>
        <pc:spChg chg="add mod">
          <ac:chgData name="SHANIA PRICCILIA" userId="28f68feb-2ad7-4195-8423-6eee3405c604" providerId="ADAL" clId="{F8AC7917-C986-43E0-9E74-E155AF6186BD}" dt="2025-06-18T16:50:37.927" v="489" actId="14100"/>
          <ac:spMkLst>
            <pc:docMk/>
            <pc:sldMk cId="959896851" sldId="429"/>
            <ac:spMk id="3" creationId="{20B1E096-1B07-D282-1D20-5BB12DEDA457}"/>
          </ac:spMkLst>
        </pc:spChg>
        <pc:spChg chg="mod">
          <ac:chgData name="SHANIA PRICCILIA" userId="28f68feb-2ad7-4195-8423-6eee3405c604" providerId="ADAL" clId="{F8AC7917-C986-43E0-9E74-E155AF6186BD}" dt="2025-06-18T16:50:12.172" v="484" actId="14100"/>
          <ac:spMkLst>
            <pc:docMk/>
            <pc:sldMk cId="959896851" sldId="429"/>
            <ac:spMk id="4" creationId="{3A1A18BD-D005-036D-7C1C-DCF86080DFC8}"/>
          </ac:spMkLst>
        </pc:spChg>
        <pc:spChg chg="add mod">
          <ac:chgData name="SHANIA PRICCILIA" userId="28f68feb-2ad7-4195-8423-6eee3405c604" providerId="ADAL" clId="{F8AC7917-C986-43E0-9E74-E155AF6186BD}" dt="2025-06-18T16:51:30.197" v="496" actId="14100"/>
          <ac:spMkLst>
            <pc:docMk/>
            <pc:sldMk cId="959896851" sldId="429"/>
            <ac:spMk id="6" creationId="{BE11A820-C9FA-B4E5-FD6B-F269787361A2}"/>
          </ac:spMkLst>
        </pc:spChg>
      </pc:sldChg>
      <pc:sldChg chg="del">
        <pc:chgData name="SHANIA PRICCILIA" userId="28f68feb-2ad7-4195-8423-6eee3405c604" providerId="ADAL" clId="{F8AC7917-C986-43E0-9E74-E155AF6186BD}" dt="2025-06-22T16:03:43.992" v="1352" actId="47"/>
        <pc:sldMkLst>
          <pc:docMk/>
          <pc:sldMk cId="1068755758" sldId="430"/>
        </pc:sldMkLst>
      </pc:sldChg>
      <pc:sldChg chg="del">
        <pc:chgData name="SHANIA PRICCILIA" userId="28f68feb-2ad7-4195-8423-6eee3405c604" providerId="ADAL" clId="{F8AC7917-C986-43E0-9E74-E155AF6186BD}" dt="2025-06-22T16:03:45.806" v="1353" actId="47"/>
        <pc:sldMkLst>
          <pc:docMk/>
          <pc:sldMk cId="2421933817" sldId="432"/>
        </pc:sldMkLst>
      </pc:sldChg>
      <pc:sldChg chg="modSp mod">
        <pc:chgData name="SHANIA PRICCILIA" userId="28f68feb-2ad7-4195-8423-6eee3405c604" providerId="ADAL" clId="{F8AC7917-C986-43E0-9E74-E155AF6186BD}" dt="2025-06-22T16:23:59.273" v="1556" actId="20577"/>
        <pc:sldMkLst>
          <pc:docMk/>
          <pc:sldMk cId="969322030" sldId="433"/>
        </pc:sldMkLst>
        <pc:spChg chg="mod">
          <ac:chgData name="SHANIA PRICCILIA" userId="28f68feb-2ad7-4195-8423-6eee3405c604" providerId="ADAL" clId="{F8AC7917-C986-43E0-9E74-E155AF6186BD}" dt="2025-06-22T16:23:59.273" v="1556" actId="20577"/>
          <ac:spMkLst>
            <pc:docMk/>
            <pc:sldMk cId="969322030" sldId="433"/>
            <ac:spMk id="3" creationId="{1F671635-BB34-55D5-2ADF-FBDD96F4A16B}"/>
          </ac:spMkLst>
        </pc:spChg>
        <pc:spChg chg="mod">
          <ac:chgData name="SHANIA PRICCILIA" userId="28f68feb-2ad7-4195-8423-6eee3405c604" providerId="ADAL" clId="{F8AC7917-C986-43E0-9E74-E155AF6186BD}" dt="2025-06-22T16:22:07.449" v="1495" actId="20577"/>
          <ac:spMkLst>
            <pc:docMk/>
            <pc:sldMk cId="969322030" sldId="433"/>
            <ac:spMk id="4" creationId="{9EDA44E4-A9EB-F823-C81C-1C13969224C6}"/>
          </ac:spMkLst>
        </pc:spChg>
      </pc:sldChg>
      <pc:sldChg chg="delSp modSp mod">
        <pc:chgData name="SHANIA PRICCILIA" userId="28f68feb-2ad7-4195-8423-6eee3405c604" providerId="ADAL" clId="{F8AC7917-C986-43E0-9E74-E155AF6186BD}" dt="2025-06-22T16:25:38.350" v="1595" actId="20577"/>
        <pc:sldMkLst>
          <pc:docMk/>
          <pc:sldMk cId="2348657055" sldId="434"/>
        </pc:sldMkLst>
        <pc:spChg chg="mod">
          <ac:chgData name="SHANIA PRICCILIA" userId="28f68feb-2ad7-4195-8423-6eee3405c604" providerId="ADAL" clId="{F8AC7917-C986-43E0-9E74-E155AF6186BD}" dt="2025-06-22T16:25:38.350" v="1595" actId="20577"/>
          <ac:spMkLst>
            <pc:docMk/>
            <pc:sldMk cId="2348657055" sldId="434"/>
            <ac:spMk id="4" creationId="{58662A81-E16A-DFF1-5288-4A9AD421F943}"/>
          </ac:spMkLst>
        </pc:spChg>
      </pc:sldChg>
      <pc:sldChg chg="del">
        <pc:chgData name="SHANIA PRICCILIA" userId="28f68feb-2ad7-4195-8423-6eee3405c604" providerId="ADAL" clId="{F8AC7917-C986-43E0-9E74-E155AF6186BD}" dt="2025-06-22T16:26:28.603" v="1596" actId="47"/>
        <pc:sldMkLst>
          <pc:docMk/>
          <pc:sldMk cId="877612379" sldId="435"/>
        </pc:sldMkLst>
      </pc:sldChg>
      <pc:sldChg chg="del">
        <pc:chgData name="SHANIA PRICCILIA" userId="28f68feb-2ad7-4195-8423-6eee3405c604" providerId="ADAL" clId="{F8AC7917-C986-43E0-9E74-E155AF6186BD}" dt="2025-06-22T16:26:28.603" v="1596" actId="47"/>
        <pc:sldMkLst>
          <pc:docMk/>
          <pc:sldMk cId="457145765" sldId="436"/>
        </pc:sldMkLst>
      </pc:sldChg>
      <pc:sldChg chg="addSp delSp modSp add del mod">
        <pc:chgData name="SHANIA PRICCILIA" userId="28f68feb-2ad7-4195-8423-6eee3405c604" providerId="ADAL" clId="{F8AC7917-C986-43E0-9E74-E155AF6186BD}" dt="2025-06-14T15:29:13.039" v="204" actId="47"/>
        <pc:sldMkLst>
          <pc:docMk/>
          <pc:sldMk cId="3885311996" sldId="437"/>
        </pc:sldMkLst>
      </pc:sldChg>
      <pc:sldChg chg="addSp delSp modSp add mod">
        <pc:chgData name="SHANIA PRICCILIA" userId="28f68feb-2ad7-4195-8423-6eee3405c604" providerId="ADAL" clId="{F8AC7917-C986-43E0-9E74-E155AF6186BD}" dt="2025-06-14T15:26:22.231" v="183" actId="1076"/>
        <pc:sldMkLst>
          <pc:docMk/>
          <pc:sldMk cId="4160571442" sldId="438"/>
        </pc:sldMkLst>
        <pc:spChg chg="add mod">
          <ac:chgData name="SHANIA PRICCILIA" userId="28f68feb-2ad7-4195-8423-6eee3405c604" providerId="ADAL" clId="{F8AC7917-C986-43E0-9E74-E155AF6186BD}" dt="2025-06-14T15:26:08.903" v="180" actId="20577"/>
          <ac:spMkLst>
            <pc:docMk/>
            <pc:sldMk cId="4160571442" sldId="438"/>
            <ac:spMk id="4" creationId="{BB99C161-37CD-6669-C40D-674EFD4EBF49}"/>
          </ac:spMkLst>
        </pc:spChg>
        <pc:spChg chg="add mod">
          <ac:chgData name="SHANIA PRICCILIA" userId="28f68feb-2ad7-4195-8423-6eee3405c604" providerId="ADAL" clId="{F8AC7917-C986-43E0-9E74-E155AF6186BD}" dt="2025-06-14T15:26:22.231" v="183" actId="1076"/>
          <ac:spMkLst>
            <pc:docMk/>
            <pc:sldMk cId="4160571442" sldId="438"/>
            <ac:spMk id="8" creationId="{A232A5B2-6ED4-379C-5D10-5A970CC6ADF3}"/>
          </ac:spMkLst>
        </pc:spChg>
        <pc:picChg chg="add mod">
          <ac:chgData name="SHANIA PRICCILIA" userId="28f68feb-2ad7-4195-8423-6eee3405c604" providerId="ADAL" clId="{F8AC7917-C986-43E0-9E74-E155AF6186BD}" dt="2025-06-14T15:25:40.086" v="161" actId="14100"/>
          <ac:picMkLst>
            <pc:docMk/>
            <pc:sldMk cId="4160571442" sldId="438"/>
            <ac:picMk id="3" creationId="{6D8ED3A2-4B6B-45B3-E644-15432766F6C9}"/>
          </ac:picMkLst>
        </pc:picChg>
      </pc:sldChg>
      <pc:sldChg chg="addSp delSp modSp add mod ord">
        <pc:chgData name="SHANIA PRICCILIA" userId="28f68feb-2ad7-4195-8423-6eee3405c604" providerId="ADAL" clId="{F8AC7917-C986-43E0-9E74-E155AF6186BD}" dt="2025-06-14T15:29:11.604" v="203"/>
        <pc:sldMkLst>
          <pc:docMk/>
          <pc:sldMk cId="747385102" sldId="439"/>
        </pc:sldMkLst>
        <pc:spChg chg="add mod">
          <ac:chgData name="SHANIA PRICCILIA" userId="28f68feb-2ad7-4195-8423-6eee3405c604" providerId="ADAL" clId="{F8AC7917-C986-43E0-9E74-E155AF6186BD}" dt="2025-06-14T15:29:09.632" v="201" actId="1076"/>
          <ac:spMkLst>
            <pc:docMk/>
            <pc:sldMk cId="747385102" sldId="439"/>
            <ac:spMk id="9" creationId="{46E98991-016F-6179-69FC-1FA7A6CCE163}"/>
          </ac:spMkLst>
        </pc:spChg>
        <pc:picChg chg="add mod">
          <ac:chgData name="SHANIA PRICCILIA" userId="28f68feb-2ad7-4195-8423-6eee3405c604" providerId="ADAL" clId="{F8AC7917-C986-43E0-9E74-E155AF6186BD}" dt="2025-06-14T15:28:47.904" v="196" actId="14100"/>
          <ac:picMkLst>
            <pc:docMk/>
            <pc:sldMk cId="747385102" sldId="439"/>
            <ac:picMk id="6" creationId="{331E4D54-3333-F8E4-3087-B8B2187E1339}"/>
          </ac:picMkLst>
        </pc:picChg>
      </pc:sldChg>
      <pc:sldChg chg="modSp add del mod ord">
        <pc:chgData name="SHANIA PRICCILIA" userId="28f68feb-2ad7-4195-8423-6eee3405c604" providerId="ADAL" clId="{F8AC7917-C986-43E0-9E74-E155AF6186BD}" dt="2025-06-14T15:42:59.633" v="260" actId="2696"/>
        <pc:sldMkLst>
          <pc:docMk/>
          <pc:sldMk cId="1929917451" sldId="440"/>
        </pc:sldMkLst>
      </pc:sldChg>
      <pc:sldChg chg="addSp delSp modSp add mod">
        <pc:chgData name="SHANIA PRICCILIA" userId="28f68feb-2ad7-4195-8423-6eee3405c604" providerId="ADAL" clId="{F8AC7917-C986-43E0-9E74-E155AF6186BD}" dt="2025-06-14T16:36:19.677" v="298" actId="20577"/>
        <pc:sldMkLst>
          <pc:docMk/>
          <pc:sldMk cId="2212253315" sldId="440"/>
        </pc:sldMkLst>
        <pc:spChg chg="mod">
          <ac:chgData name="SHANIA PRICCILIA" userId="28f68feb-2ad7-4195-8423-6eee3405c604" providerId="ADAL" clId="{F8AC7917-C986-43E0-9E74-E155AF6186BD}" dt="2025-06-14T16:12:26.172" v="263"/>
          <ac:spMkLst>
            <pc:docMk/>
            <pc:sldMk cId="2212253315" sldId="440"/>
            <ac:spMk id="2" creationId="{EC22FF9B-0375-E256-F2BA-CDF397C5E97A}"/>
          </ac:spMkLst>
        </pc:spChg>
        <pc:spChg chg="add mod">
          <ac:chgData name="SHANIA PRICCILIA" userId="28f68feb-2ad7-4195-8423-6eee3405c604" providerId="ADAL" clId="{F8AC7917-C986-43E0-9E74-E155AF6186BD}" dt="2025-06-14T16:36:19.677" v="298" actId="20577"/>
          <ac:spMkLst>
            <pc:docMk/>
            <pc:sldMk cId="2212253315" sldId="440"/>
            <ac:spMk id="5" creationId="{8795E95C-DD57-E44C-1814-DF0A1EEA21AD}"/>
          </ac:spMkLst>
        </pc:spChg>
        <pc:spChg chg="add mod">
          <ac:chgData name="SHANIA PRICCILIA" userId="28f68feb-2ad7-4195-8423-6eee3405c604" providerId="ADAL" clId="{F8AC7917-C986-43E0-9E74-E155AF6186BD}" dt="2025-06-14T16:12:55.979" v="269" actId="14100"/>
          <ac:spMkLst>
            <pc:docMk/>
            <pc:sldMk cId="2212253315" sldId="440"/>
            <ac:spMk id="6" creationId="{E85EE0C8-61ED-CF0A-6C39-8A15DC022FE9}"/>
          </ac:spMkLst>
        </pc:spChg>
        <pc:spChg chg="mod">
          <ac:chgData name="SHANIA PRICCILIA" userId="28f68feb-2ad7-4195-8423-6eee3405c604" providerId="ADAL" clId="{F8AC7917-C986-43E0-9E74-E155AF6186BD}" dt="2025-06-14T16:34:00.120" v="291" actId="20577"/>
          <ac:spMkLst>
            <pc:docMk/>
            <pc:sldMk cId="2212253315" sldId="440"/>
            <ac:spMk id="7" creationId="{6B092ADA-42AB-B7CB-3503-7421C0FD7FB1}"/>
          </ac:spMkLst>
        </pc:spChg>
        <pc:spChg chg="add mod">
          <ac:chgData name="SHANIA PRICCILIA" userId="28f68feb-2ad7-4195-8423-6eee3405c604" providerId="ADAL" clId="{F8AC7917-C986-43E0-9E74-E155AF6186BD}" dt="2025-06-14T16:12:55.979" v="269" actId="14100"/>
          <ac:spMkLst>
            <pc:docMk/>
            <pc:sldMk cId="2212253315" sldId="440"/>
            <ac:spMk id="9" creationId="{DF732938-792B-627B-4768-F75E547F5C5E}"/>
          </ac:spMkLst>
        </pc:spChg>
        <pc:spChg chg="add mod">
          <ac:chgData name="SHANIA PRICCILIA" userId="28f68feb-2ad7-4195-8423-6eee3405c604" providerId="ADAL" clId="{F8AC7917-C986-43E0-9E74-E155AF6186BD}" dt="2025-06-14T16:12:55.979" v="269" actId="14100"/>
          <ac:spMkLst>
            <pc:docMk/>
            <pc:sldMk cId="2212253315" sldId="440"/>
            <ac:spMk id="10" creationId="{AAE982FC-6B81-577D-CDE6-882A00B73E39}"/>
          </ac:spMkLst>
        </pc:spChg>
        <pc:spChg chg="add mod">
          <ac:chgData name="SHANIA PRICCILIA" userId="28f68feb-2ad7-4195-8423-6eee3405c604" providerId="ADAL" clId="{F8AC7917-C986-43E0-9E74-E155AF6186BD}" dt="2025-06-14T16:12:55.979" v="269" actId="14100"/>
          <ac:spMkLst>
            <pc:docMk/>
            <pc:sldMk cId="2212253315" sldId="440"/>
            <ac:spMk id="11" creationId="{15345799-0E03-3193-6B7A-650DD8A816F5}"/>
          </ac:spMkLst>
        </pc:spChg>
        <pc:spChg chg="add mod">
          <ac:chgData name="SHANIA PRICCILIA" userId="28f68feb-2ad7-4195-8423-6eee3405c604" providerId="ADAL" clId="{F8AC7917-C986-43E0-9E74-E155AF6186BD}" dt="2025-06-14T16:12:55.979" v="269" actId="14100"/>
          <ac:spMkLst>
            <pc:docMk/>
            <pc:sldMk cId="2212253315" sldId="440"/>
            <ac:spMk id="12" creationId="{8DA83CEF-1793-C98C-78E5-9825E9477ADB}"/>
          </ac:spMkLst>
        </pc:spChg>
        <pc:spChg chg="add mod">
          <ac:chgData name="SHANIA PRICCILIA" userId="28f68feb-2ad7-4195-8423-6eee3405c604" providerId="ADAL" clId="{F8AC7917-C986-43E0-9E74-E155AF6186BD}" dt="2025-06-14T16:12:55.979" v="269" actId="14100"/>
          <ac:spMkLst>
            <pc:docMk/>
            <pc:sldMk cId="2212253315" sldId="440"/>
            <ac:spMk id="13" creationId="{8C8A5205-3FEE-D5B1-491D-60A83B25752B}"/>
          </ac:spMkLst>
        </pc:spChg>
      </pc:sldChg>
      <pc:sldChg chg="modSp add del mod">
        <pc:chgData name="SHANIA PRICCILIA" userId="28f68feb-2ad7-4195-8423-6eee3405c604" providerId="ADAL" clId="{F8AC7917-C986-43E0-9E74-E155AF6186BD}" dt="2025-06-14T15:42:59.633" v="260" actId="2696"/>
        <pc:sldMkLst>
          <pc:docMk/>
          <pc:sldMk cId="1435683721" sldId="441"/>
        </pc:sldMkLst>
      </pc:sldChg>
      <pc:sldChg chg="addSp delSp modSp mod">
        <pc:chgData name="SHANIA PRICCILIA" userId="28f68feb-2ad7-4195-8423-6eee3405c604" providerId="ADAL" clId="{F8AC7917-C986-43E0-9E74-E155AF6186BD}" dt="2025-06-18T16:22:38.160" v="363" actId="21"/>
        <pc:sldMkLst>
          <pc:docMk/>
          <pc:sldMk cId="3917721721" sldId="443"/>
        </pc:sldMkLst>
        <pc:spChg chg="mod">
          <ac:chgData name="SHANIA PRICCILIA" userId="28f68feb-2ad7-4195-8423-6eee3405c604" providerId="ADAL" clId="{F8AC7917-C986-43E0-9E74-E155AF6186BD}" dt="2025-06-18T16:22:38.160" v="363" actId="21"/>
          <ac:spMkLst>
            <pc:docMk/>
            <pc:sldMk cId="3917721721" sldId="443"/>
            <ac:spMk id="4" creationId="{9085377B-EE59-ABA9-252E-C5A44F94A976}"/>
          </ac:spMkLst>
        </pc:spChg>
        <pc:picChg chg="add mod">
          <ac:chgData name="SHANIA PRICCILIA" userId="28f68feb-2ad7-4195-8423-6eee3405c604" providerId="ADAL" clId="{F8AC7917-C986-43E0-9E74-E155AF6186BD}" dt="2025-06-18T16:22:14.106" v="354" actId="14100"/>
          <ac:picMkLst>
            <pc:docMk/>
            <pc:sldMk cId="3917721721" sldId="443"/>
            <ac:picMk id="8" creationId="{EDE3EB0F-7693-BEE8-C4EF-797BFC20F49D}"/>
          </ac:picMkLst>
        </pc:picChg>
      </pc:sldChg>
      <pc:sldChg chg="addSp delSp modSp add mod">
        <pc:chgData name="SHANIA PRICCILIA" userId="28f68feb-2ad7-4195-8423-6eee3405c604" providerId="ADAL" clId="{F8AC7917-C986-43E0-9E74-E155AF6186BD}" dt="2025-06-18T16:46:02.302" v="460" actId="20577"/>
        <pc:sldMkLst>
          <pc:docMk/>
          <pc:sldMk cId="2982658779" sldId="444"/>
        </pc:sldMkLst>
        <pc:spChg chg="mod">
          <ac:chgData name="SHANIA PRICCILIA" userId="28f68feb-2ad7-4195-8423-6eee3405c604" providerId="ADAL" clId="{F8AC7917-C986-43E0-9E74-E155AF6186BD}" dt="2025-06-18T16:24:18.575" v="373" actId="20577"/>
          <ac:spMkLst>
            <pc:docMk/>
            <pc:sldMk cId="2982658779" sldId="444"/>
            <ac:spMk id="2" creationId="{40DC13B7-8BD8-16F8-AAF8-9159B10DAC74}"/>
          </ac:spMkLst>
        </pc:spChg>
        <pc:spChg chg="mod">
          <ac:chgData name="SHANIA PRICCILIA" userId="28f68feb-2ad7-4195-8423-6eee3405c604" providerId="ADAL" clId="{F8AC7917-C986-43E0-9E74-E155AF6186BD}" dt="2025-06-18T16:43:04.703" v="427" actId="1076"/>
          <ac:spMkLst>
            <pc:docMk/>
            <pc:sldMk cId="2982658779" sldId="444"/>
            <ac:spMk id="4" creationId="{12EE3268-46FA-2983-6AA6-C89C9851F3E4}"/>
          </ac:spMkLst>
        </pc:spChg>
        <pc:spChg chg="add mod">
          <ac:chgData name="SHANIA PRICCILIA" userId="28f68feb-2ad7-4195-8423-6eee3405c604" providerId="ADAL" clId="{F8AC7917-C986-43E0-9E74-E155AF6186BD}" dt="2025-06-18T16:45:07.400" v="455" actId="14100"/>
          <ac:spMkLst>
            <pc:docMk/>
            <pc:sldMk cId="2982658779" sldId="444"/>
            <ac:spMk id="7" creationId="{03005F9F-E04C-193F-8779-CCB6B3BE4319}"/>
          </ac:spMkLst>
        </pc:spChg>
        <pc:spChg chg="add mod">
          <ac:chgData name="SHANIA PRICCILIA" userId="28f68feb-2ad7-4195-8423-6eee3405c604" providerId="ADAL" clId="{F8AC7917-C986-43E0-9E74-E155AF6186BD}" dt="2025-06-18T16:46:02.302" v="460" actId="20577"/>
          <ac:spMkLst>
            <pc:docMk/>
            <pc:sldMk cId="2982658779" sldId="444"/>
            <ac:spMk id="13" creationId="{1BC088B3-042F-BEF5-4526-E3FF1203C789}"/>
          </ac:spMkLst>
        </pc:spChg>
        <pc:picChg chg="add mod">
          <ac:chgData name="SHANIA PRICCILIA" userId="28f68feb-2ad7-4195-8423-6eee3405c604" providerId="ADAL" clId="{F8AC7917-C986-43E0-9E74-E155AF6186BD}" dt="2025-06-18T16:43:21.874" v="442" actId="1036"/>
          <ac:picMkLst>
            <pc:docMk/>
            <pc:sldMk cId="2982658779" sldId="444"/>
            <ac:picMk id="3" creationId="{046E82DD-E81C-620F-78CC-F932A54BD351}"/>
          </ac:picMkLst>
        </pc:picChg>
        <pc:picChg chg="add mod">
          <ac:chgData name="SHANIA PRICCILIA" userId="28f68feb-2ad7-4195-8423-6eee3405c604" providerId="ADAL" clId="{F8AC7917-C986-43E0-9E74-E155AF6186BD}" dt="2025-06-18T16:45:12.122" v="456" actId="1076"/>
          <ac:picMkLst>
            <pc:docMk/>
            <pc:sldMk cId="2982658779" sldId="444"/>
            <ac:picMk id="12" creationId="{83B8BDA1-116C-E3B9-E62E-940959103C62}"/>
          </ac:picMkLst>
        </pc:picChg>
      </pc:sldChg>
      <pc:sldChg chg="delSp modSp add mod">
        <pc:chgData name="SHANIA PRICCILIA" userId="28f68feb-2ad7-4195-8423-6eee3405c604" providerId="ADAL" clId="{F8AC7917-C986-43E0-9E74-E155AF6186BD}" dt="2025-06-18T17:03:08.680" v="656"/>
        <pc:sldMkLst>
          <pc:docMk/>
          <pc:sldMk cId="313974651" sldId="445"/>
        </pc:sldMkLst>
        <pc:spChg chg="mod">
          <ac:chgData name="SHANIA PRICCILIA" userId="28f68feb-2ad7-4195-8423-6eee3405c604" providerId="ADAL" clId="{F8AC7917-C986-43E0-9E74-E155AF6186BD}" dt="2025-06-18T17:03:08.680" v="656"/>
          <ac:spMkLst>
            <pc:docMk/>
            <pc:sldMk cId="313974651" sldId="445"/>
            <ac:spMk id="2" creationId="{D1123A1D-7F95-860F-4D92-954EF1C3719D}"/>
          </ac:spMkLst>
        </pc:spChg>
        <pc:spChg chg="mod">
          <ac:chgData name="SHANIA PRICCILIA" userId="28f68feb-2ad7-4195-8423-6eee3405c604" providerId="ADAL" clId="{F8AC7917-C986-43E0-9E74-E155AF6186BD}" dt="2025-06-18T17:03:05.432" v="655" actId="20577"/>
          <ac:spMkLst>
            <pc:docMk/>
            <pc:sldMk cId="313974651" sldId="445"/>
            <ac:spMk id="4" creationId="{C5447F8F-0DA6-368B-95F2-8F58EE2EA193}"/>
          </ac:spMkLst>
        </pc:spChg>
      </pc:sldChg>
      <pc:sldChg chg="modSp add mod">
        <pc:chgData name="SHANIA PRICCILIA" userId="28f68feb-2ad7-4195-8423-6eee3405c604" providerId="ADAL" clId="{F8AC7917-C986-43E0-9E74-E155AF6186BD}" dt="2025-06-18T17:05:01.013" v="678"/>
        <pc:sldMkLst>
          <pc:docMk/>
          <pc:sldMk cId="2359836459" sldId="446"/>
        </pc:sldMkLst>
        <pc:spChg chg="mod">
          <ac:chgData name="SHANIA PRICCILIA" userId="28f68feb-2ad7-4195-8423-6eee3405c604" providerId="ADAL" clId="{F8AC7917-C986-43E0-9E74-E155AF6186BD}" dt="2025-06-18T17:04:50.920" v="677" actId="20577"/>
          <ac:spMkLst>
            <pc:docMk/>
            <pc:sldMk cId="2359836459" sldId="446"/>
            <ac:spMk id="2" creationId="{A10CCD73-2EB8-2018-FBBE-E9E6C9FC55DD}"/>
          </ac:spMkLst>
        </pc:spChg>
        <pc:spChg chg="mod">
          <ac:chgData name="SHANIA PRICCILIA" userId="28f68feb-2ad7-4195-8423-6eee3405c604" providerId="ADAL" clId="{F8AC7917-C986-43E0-9E74-E155AF6186BD}" dt="2025-06-18T17:03:46.590" v="670" actId="2711"/>
          <ac:spMkLst>
            <pc:docMk/>
            <pc:sldMk cId="2359836459" sldId="446"/>
            <ac:spMk id="4" creationId="{DA8230C1-B9BC-534C-536B-2B2360338FFC}"/>
          </ac:spMkLst>
        </pc:spChg>
        <pc:spChg chg="mod">
          <ac:chgData name="SHANIA PRICCILIA" userId="28f68feb-2ad7-4195-8423-6eee3405c604" providerId="ADAL" clId="{F8AC7917-C986-43E0-9E74-E155AF6186BD}" dt="2025-06-18T17:05:01.013" v="678"/>
          <ac:spMkLst>
            <pc:docMk/>
            <pc:sldMk cId="2359836459" sldId="446"/>
            <ac:spMk id="5" creationId="{28D75718-740B-87BF-8016-2939C2CA35DF}"/>
          </ac:spMkLst>
        </pc:spChg>
      </pc:sldChg>
      <pc:sldChg chg="modSp add mod">
        <pc:chgData name="SHANIA PRICCILIA" userId="28f68feb-2ad7-4195-8423-6eee3405c604" providerId="ADAL" clId="{F8AC7917-C986-43E0-9E74-E155AF6186BD}" dt="2025-06-18T17:23:43.957" v="808" actId="27636"/>
        <pc:sldMkLst>
          <pc:docMk/>
          <pc:sldMk cId="1915326912" sldId="447"/>
        </pc:sldMkLst>
        <pc:spChg chg="mod">
          <ac:chgData name="SHANIA PRICCILIA" userId="28f68feb-2ad7-4195-8423-6eee3405c604" providerId="ADAL" clId="{F8AC7917-C986-43E0-9E74-E155AF6186BD}" dt="2025-06-18T17:23:43.957" v="808" actId="27636"/>
          <ac:spMkLst>
            <pc:docMk/>
            <pc:sldMk cId="1915326912" sldId="447"/>
            <ac:spMk id="4" creationId="{43DFD284-F3E2-7A7E-7A15-059DD70C54C3}"/>
          </ac:spMkLst>
        </pc:spChg>
        <pc:spChg chg="mod">
          <ac:chgData name="SHANIA PRICCILIA" userId="28f68feb-2ad7-4195-8423-6eee3405c604" providerId="ADAL" clId="{F8AC7917-C986-43E0-9E74-E155AF6186BD}" dt="2025-06-18T17:05:40.381" v="686" actId="20577"/>
          <ac:spMkLst>
            <pc:docMk/>
            <pc:sldMk cId="1915326912" sldId="447"/>
            <ac:spMk id="5" creationId="{18B0F209-30E3-6742-9F23-30D6F02C7674}"/>
          </ac:spMkLst>
        </pc:spChg>
      </pc:sldChg>
      <pc:sldChg chg="modSp add mod">
        <pc:chgData name="SHANIA PRICCILIA" userId="28f68feb-2ad7-4195-8423-6eee3405c604" providerId="ADAL" clId="{F8AC7917-C986-43E0-9E74-E155AF6186BD}" dt="2025-06-18T17:35:03.465" v="879" actId="20577"/>
        <pc:sldMkLst>
          <pc:docMk/>
          <pc:sldMk cId="469976022" sldId="448"/>
        </pc:sldMkLst>
        <pc:spChg chg="mod">
          <ac:chgData name="SHANIA PRICCILIA" userId="28f68feb-2ad7-4195-8423-6eee3405c604" providerId="ADAL" clId="{F8AC7917-C986-43E0-9E74-E155AF6186BD}" dt="2025-06-18T17:35:03.465" v="879" actId="20577"/>
          <ac:spMkLst>
            <pc:docMk/>
            <pc:sldMk cId="469976022" sldId="448"/>
            <ac:spMk id="4" creationId="{6595C79A-70FC-0A0A-BDC1-9359ACB16C12}"/>
          </ac:spMkLst>
        </pc:spChg>
      </pc:sldChg>
      <pc:sldChg chg="modSp add mod">
        <pc:chgData name="SHANIA PRICCILIA" userId="28f68feb-2ad7-4195-8423-6eee3405c604" providerId="ADAL" clId="{F8AC7917-C986-43E0-9E74-E155AF6186BD}" dt="2025-06-18T17:30:23.976" v="839" actId="20577"/>
        <pc:sldMkLst>
          <pc:docMk/>
          <pc:sldMk cId="1092708824" sldId="449"/>
        </pc:sldMkLst>
        <pc:spChg chg="mod">
          <ac:chgData name="SHANIA PRICCILIA" userId="28f68feb-2ad7-4195-8423-6eee3405c604" providerId="ADAL" clId="{F8AC7917-C986-43E0-9E74-E155AF6186BD}" dt="2025-06-18T17:30:23.976" v="839" actId="20577"/>
          <ac:spMkLst>
            <pc:docMk/>
            <pc:sldMk cId="1092708824" sldId="449"/>
            <ac:spMk id="4" creationId="{B21DA1CB-350D-0B43-2C4A-FA32FEBB936B}"/>
          </ac:spMkLst>
        </pc:spChg>
      </pc:sldChg>
      <pc:sldChg chg="add del ord">
        <pc:chgData name="SHANIA PRICCILIA" userId="28f68feb-2ad7-4195-8423-6eee3405c604" providerId="ADAL" clId="{F8AC7917-C986-43E0-9E74-E155AF6186BD}" dt="2025-06-18T17:35:18.385" v="884" actId="47"/>
        <pc:sldMkLst>
          <pc:docMk/>
          <pc:sldMk cId="935588523" sldId="450"/>
        </pc:sldMkLst>
      </pc:sldChg>
      <pc:sldChg chg="addSp modSp add mod">
        <pc:chgData name="SHANIA PRICCILIA" userId="28f68feb-2ad7-4195-8423-6eee3405c604" providerId="ADAL" clId="{F8AC7917-C986-43E0-9E74-E155AF6186BD}" dt="2025-06-18T17:40:48.415" v="901" actId="2711"/>
        <pc:sldMkLst>
          <pc:docMk/>
          <pc:sldMk cId="1083291659" sldId="450"/>
        </pc:sldMkLst>
        <pc:spChg chg="mod">
          <ac:chgData name="SHANIA PRICCILIA" userId="28f68feb-2ad7-4195-8423-6eee3405c604" providerId="ADAL" clId="{F8AC7917-C986-43E0-9E74-E155AF6186BD}" dt="2025-06-18T17:40:48.415" v="901" actId="2711"/>
          <ac:spMkLst>
            <pc:docMk/>
            <pc:sldMk cId="1083291659" sldId="450"/>
            <ac:spMk id="4" creationId="{3AA65C40-9D5D-2825-8E70-F74BFB688968}"/>
          </ac:spMkLst>
        </pc:spChg>
        <pc:picChg chg="add mod">
          <ac:chgData name="SHANIA PRICCILIA" userId="28f68feb-2ad7-4195-8423-6eee3405c604" providerId="ADAL" clId="{F8AC7917-C986-43E0-9E74-E155AF6186BD}" dt="2025-06-18T17:40:01.150" v="900" actId="14100"/>
          <ac:picMkLst>
            <pc:docMk/>
            <pc:sldMk cId="1083291659" sldId="450"/>
            <ac:picMk id="6" creationId="{0FFFC277-203A-E4CF-D8EA-D22BD70FEF22}"/>
          </ac:picMkLst>
        </pc:picChg>
      </pc:sldChg>
      <pc:sldChg chg="add del">
        <pc:chgData name="SHANIA PRICCILIA" userId="28f68feb-2ad7-4195-8423-6eee3405c604" providerId="ADAL" clId="{F8AC7917-C986-43E0-9E74-E155AF6186BD}" dt="2025-06-18T17:35:03.745" v="880" actId="2890"/>
        <pc:sldMkLst>
          <pc:docMk/>
          <pc:sldMk cId="2951382491" sldId="450"/>
        </pc:sldMkLst>
      </pc:sldChg>
      <pc:sldChg chg="addSp delSp modSp add mod">
        <pc:chgData name="SHANIA PRICCILIA" userId="28f68feb-2ad7-4195-8423-6eee3405c604" providerId="ADAL" clId="{F8AC7917-C986-43E0-9E74-E155AF6186BD}" dt="2025-06-18T17:43:20.341" v="937" actId="14100"/>
        <pc:sldMkLst>
          <pc:docMk/>
          <pc:sldMk cId="83147437" sldId="451"/>
        </pc:sldMkLst>
        <pc:spChg chg="mod">
          <ac:chgData name="SHANIA PRICCILIA" userId="28f68feb-2ad7-4195-8423-6eee3405c604" providerId="ADAL" clId="{F8AC7917-C986-43E0-9E74-E155AF6186BD}" dt="2025-06-18T17:41:53.034" v="913" actId="20577"/>
          <ac:spMkLst>
            <pc:docMk/>
            <pc:sldMk cId="83147437" sldId="451"/>
            <ac:spMk id="2" creationId="{1A64A6E2-BF22-FA0E-D9F4-6EC200F79E0C}"/>
          </ac:spMkLst>
        </pc:spChg>
        <pc:spChg chg="mod">
          <ac:chgData name="SHANIA PRICCILIA" userId="28f68feb-2ad7-4195-8423-6eee3405c604" providerId="ADAL" clId="{F8AC7917-C986-43E0-9E74-E155AF6186BD}" dt="2025-06-18T17:43:20.341" v="937" actId="14100"/>
          <ac:spMkLst>
            <pc:docMk/>
            <pc:sldMk cId="83147437" sldId="451"/>
            <ac:spMk id="4" creationId="{2C5DF9B9-72AA-2B11-84D0-FF1B56FA33B8}"/>
          </ac:spMkLst>
        </pc:spChg>
        <pc:spChg chg="mod">
          <ac:chgData name="SHANIA PRICCILIA" userId="28f68feb-2ad7-4195-8423-6eee3405c604" providerId="ADAL" clId="{F8AC7917-C986-43E0-9E74-E155AF6186BD}" dt="2025-06-18T17:41:58.060" v="920" actId="20577"/>
          <ac:spMkLst>
            <pc:docMk/>
            <pc:sldMk cId="83147437" sldId="451"/>
            <ac:spMk id="5" creationId="{7AA6167E-7FDA-72D4-41FC-16DA167B23AC}"/>
          </ac:spMkLst>
        </pc:spChg>
        <pc:picChg chg="add mod">
          <ac:chgData name="SHANIA PRICCILIA" userId="28f68feb-2ad7-4195-8423-6eee3405c604" providerId="ADAL" clId="{F8AC7917-C986-43E0-9E74-E155AF6186BD}" dt="2025-06-18T17:43:17.784" v="936" actId="1076"/>
          <ac:picMkLst>
            <pc:docMk/>
            <pc:sldMk cId="83147437" sldId="451"/>
            <ac:picMk id="3" creationId="{21C805A8-0B54-1A09-33B9-0A97ABFA3965}"/>
          </ac:picMkLst>
        </pc:picChg>
      </pc:sldChg>
      <pc:sldChg chg="addSp delSp modSp add mod delAnim modAnim">
        <pc:chgData name="SHANIA PRICCILIA" userId="28f68feb-2ad7-4195-8423-6eee3405c604" providerId="ADAL" clId="{F8AC7917-C986-43E0-9E74-E155AF6186BD}" dt="2025-06-21T17:54:52.288" v="965" actId="113"/>
        <pc:sldMkLst>
          <pc:docMk/>
          <pc:sldMk cId="3444317304" sldId="452"/>
        </pc:sldMkLst>
        <pc:spChg chg="mod">
          <ac:chgData name="SHANIA PRICCILIA" userId="28f68feb-2ad7-4195-8423-6eee3405c604" providerId="ADAL" clId="{F8AC7917-C986-43E0-9E74-E155AF6186BD}" dt="2025-06-21T17:54:52.288" v="965" actId="113"/>
          <ac:spMkLst>
            <pc:docMk/>
            <pc:sldMk cId="3444317304" sldId="452"/>
            <ac:spMk id="4" creationId="{1D1E704F-263E-BB47-44B9-F51E8060BB86}"/>
          </ac:spMkLst>
        </pc:spChg>
        <pc:spChg chg="mod">
          <ac:chgData name="SHANIA PRICCILIA" userId="28f68feb-2ad7-4195-8423-6eee3405c604" providerId="ADAL" clId="{F8AC7917-C986-43E0-9E74-E155AF6186BD}" dt="2025-06-21T17:48:46.036" v="943" actId="20577"/>
          <ac:spMkLst>
            <pc:docMk/>
            <pc:sldMk cId="3444317304" sldId="452"/>
            <ac:spMk id="5" creationId="{AFB0AB3E-5749-0E5D-528C-5B367675D4FD}"/>
          </ac:spMkLst>
        </pc:spChg>
      </pc:sldChg>
      <pc:sldChg chg="addSp delSp modSp add mod modAnim">
        <pc:chgData name="SHANIA PRICCILIA" userId="28f68feb-2ad7-4195-8423-6eee3405c604" providerId="ADAL" clId="{F8AC7917-C986-43E0-9E74-E155AF6186BD}" dt="2025-06-22T04:57:52.535" v="1277" actId="14100"/>
        <pc:sldMkLst>
          <pc:docMk/>
          <pc:sldMk cId="1669332836" sldId="453"/>
        </pc:sldMkLst>
        <pc:spChg chg="mod">
          <ac:chgData name="SHANIA PRICCILIA" userId="28f68feb-2ad7-4195-8423-6eee3405c604" providerId="ADAL" clId="{F8AC7917-C986-43E0-9E74-E155AF6186BD}" dt="2025-06-22T04:57:44.287" v="1274" actId="20577"/>
          <ac:spMkLst>
            <pc:docMk/>
            <pc:sldMk cId="1669332836" sldId="453"/>
            <ac:spMk id="4" creationId="{D41ABA02-544A-65F3-9FFF-E11D7D77D7A7}"/>
          </ac:spMkLst>
        </pc:spChg>
        <pc:spChg chg="mod">
          <ac:chgData name="SHANIA PRICCILIA" userId="28f68feb-2ad7-4195-8423-6eee3405c604" providerId="ADAL" clId="{F8AC7917-C986-43E0-9E74-E155AF6186BD}" dt="2025-06-22T04:55:20.470" v="1220" actId="27636"/>
          <ac:spMkLst>
            <pc:docMk/>
            <pc:sldMk cId="1669332836" sldId="453"/>
            <ac:spMk id="5" creationId="{E79F6832-9AE4-8D9D-CCF3-5EDBFD6588E0}"/>
          </ac:spMkLst>
        </pc:spChg>
        <pc:graphicFrameChg chg="add mod">
          <ac:chgData name="SHANIA PRICCILIA" userId="28f68feb-2ad7-4195-8423-6eee3405c604" providerId="ADAL" clId="{F8AC7917-C986-43E0-9E74-E155AF6186BD}" dt="2025-06-22T04:57:52.535" v="1277" actId="14100"/>
          <ac:graphicFrameMkLst>
            <pc:docMk/>
            <pc:sldMk cId="1669332836" sldId="453"/>
            <ac:graphicFrameMk id="6" creationId="{EFCE94C7-7C12-1415-6D34-40DE4D77F81B}"/>
          </ac:graphicFrameMkLst>
        </pc:graphicFrameChg>
      </pc:sldChg>
      <pc:sldChg chg="addSp modSp add mod modAnim">
        <pc:chgData name="SHANIA PRICCILIA" userId="28f68feb-2ad7-4195-8423-6eee3405c604" providerId="ADAL" clId="{F8AC7917-C986-43E0-9E74-E155AF6186BD}" dt="2025-06-22T16:28:08.868" v="1615"/>
        <pc:sldMkLst>
          <pc:docMk/>
          <pc:sldMk cId="1063352885" sldId="454"/>
        </pc:sldMkLst>
        <pc:spChg chg="mod">
          <ac:chgData name="SHANIA PRICCILIA" userId="28f68feb-2ad7-4195-8423-6eee3405c604" providerId="ADAL" clId="{F8AC7917-C986-43E0-9E74-E155AF6186BD}" dt="2025-06-21T17:56:23.020" v="985" actId="207"/>
          <ac:spMkLst>
            <pc:docMk/>
            <pc:sldMk cId="1063352885" sldId="454"/>
            <ac:spMk id="4" creationId="{3FB60309-2D29-2B1C-271D-9D6A090F6C59}"/>
          </ac:spMkLst>
        </pc:spChg>
        <pc:spChg chg="add mod">
          <ac:chgData name="SHANIA PRICCILIA" userId="28f68feb-2ad7-4195-8423-6eee3405c604" providerId="ADAL" clId="{F8AC7917-C986-43E0-9E74-E155AF6186BD}" dt="2025-06-21T17:56:04.955" v="983" actId="1076"/>
          <ac:spMkLst>
            <pc:docMk/>
            <pc:sldMk cId="1063352885" sldId="454"/>
            <ac:spMk id="6" creationId="{229173E5-2DB7-1DF7-F10E-1895FF0F5812}"/>
          </ac:spMkLst>
        </pc:spChg>
        <pc:picChg chg="add mod">
          <ac:chgData name="SHANIA PRICCILIA" userId="28f68feb-2ad7-4195-8423-6eee3405c604" providerId="ADAL" clId="{F8AC7917-C986-43E0-9E74-E155AF6186BD}" dt="2025-06-21T17:55:39.036" v="974" actId="1076"/>
          <ac:picMkLst>
            <pc:docMk/>
            <pc:sldMk cId="1063352885" sldId="454"/>
            <ac:picMk id="3" creationId="{16F8F1B5-2B72-F39C-AB61-CA9989DF3B9A}"/>
          </ac:picMkLst>
        </pc:picChg>
      </pc:sldChg>
      <pc:sldChg chg="addSp delSp modSp add mod delAnim modAnim">
        <pc:chgData name="SHANIA PRICCILIA" userId="28f68feb-2ad7-4195-8423-6eee3405c604" providerId="ADAL" clId="{F8AC7917-C986-43E0-9E74-E155AF6186BD}" dt="2025-06-21T17:58:11.427" v="1008" actId="14100"/>
        <pc:sldMkLst>
          <pc:docMk/>
          <pc:sldMk cId="268285107" sldId="455"/>
        </pc:sldMkLst>
        <pc:spChg chg="mod">
          <ac:chgData name="SHANIA PRICCILIA" userId="28f68feb-2ad7-4195-8423-6eee3405c604" providerId="ADAL" clId="{F8AC7917-C986-43E0-9E74-E155AF6186BD}" dt="2025-06-21T17:57:04.686" v="992" actId="1076"/>
          <ac:spMkLst>
            <pc:docMk/>
            <pc:sldMk cId="268285107" sldId="455"/>
            <ac:spMk id="4" creationId="{B0078914-7BD5-BB0A-E325-C71DE0FC740F}"/>
          </ac:spMkLst>
        </pc:spChg>
        <pc:spChg chg="add mod">
          <ac:chgData name="SHANIA PRICCILIA" userId="28f68feb-2ad7-4195-8423-6eee3405c604" providerId="ADAL" clId="{F8AC7917-C986-43E0-9E74-E155AF6186BD}" dt="2025-06-21T17:58:11.427" v="1008" actId="14100"/>
          <ac:spMkLst>
            <pc:docMk/>
            <pc:sldMk cId="268285107" sldId="455"/>
            <ac:spMk id="9" creationId="{52700B73-E47A-361A-758B-D4B859D8A143}"/>
          </ac:spMkLst>
        </pc:spChg>
        <pc:graphicFrameChg chg="add mod">
          <ac:chgData name="SHANIA PRICCILIA" userId="28f68feb-2ad7-4195-8423-6eee3405c604" providerId="ADAL" clId="{F8AC7917-C986-43E0-9E74-E155AF6186BD}" dt="2025-06-21T17:57:32.881" v="1004"/>
          <ac:graphicFrameMkLst>
            <pc:docMk/>
            <pc:sldMk cId="268285107" sldId="455"/>
            <ac:graphicFrameMk id="8" creationId="{6B5AC922-B4BA-E418-EB6C-101391297498}"/>
          </ac:graphicFrameMkLst>
        </pc:graphicFrameChg>
      </pc:sldChg>
      <pc:sldChg chg="addSp delSp modSp add mod delAnim modAnim">
        <pc:chgData name="SHANIA PRICCILIA" userId="28f68feb-2ad7-4195-8423-6eee3405c604" providerId="ADAL" clId="{F8AC7917-C986-43E0-9E74-E155AF6186BD}" dt="2025-06-22T04:56:17.886" v="1238" actId="1076"/>
        <pc:sldMkLst>
          <pc:docMk/>
          <pc:sldMk cId="647668318" sldId="456"/>
        </pc:sldMkLst>
        <pc:spChg chg="add del mod">
          <ac:chgData name="SHANIA PRICCILIA" userId="28f68feb-2ad7-4195-8423-6eee3405c604" providerId="ADAL" clId="{F8AC7917-C986-43E0-9E74-E155AF6186BD}" dt="2025-06-22T04:56:13.684" v="1236" actId="14100"/>
          <ac:spMkLst>
            <pc:docMk/>
            <pc:sldMk cId="647668318" sldId="456"/>
            <ac:spMk id="4" creationId="{6508BE5E-5275-8EAA-03A3-0AA9FA79360B}"/>
          </ac:spMkLst>
        </pc:spChg>
        <pc:spChg chg="mod">
          <ac:chgData name="SHANIA PRICCILIA" userId="28f68feb-2ad7-4195-8423-6eee3405c604" providerId="ADAL" clId="{F8AC7917-C986-43E0-9E74-E155AF6186BD}" dt="2025-06-22T04:46:14.353" v="1047" actId="20577"/>
          <ac:spMkLst>
            <pc:docMk/>
            <pc:sldMk cId="647668318" sldId="456"/>
            <ac:spMk id="5" creationId="{020D1A14-7BE0-35B7-4101-9E13C0CB1D56}"/>
          </ac:spMkLst>
        </pc:spChg>
        <pc:picChg chg="add mod">
          <ac:chgData name="SHANIA PRICCILIA" userId="28f68feb-2ad7-4195-8423-6eee3405c604" providerId="ADAL" clId="{F8AC7917-C986-43E0-9E74-E155AF6186BD}" dt="2025-06-22T04:56:17.886" v="1238" actId="1076"/>
          <ac:picMkLst>
            <pc:docMk/>
            <pc:sldMk cId="647668318" sldId="456"/>
            <ac:picMk id="13" creationId="{58B728B2-FBE8-C6F1-F00B-38C79A576842}"/>
          </ac:picMkLst>
        </pc:picChg>
      </pc:sldChg>
      <pc:sldChg chg="add del">
        <pc:chgData name="SHANIA PRICCILIA" userId="28f68feb-2ad7-4195-8423-6eee3405c604" providerId="ADAL" clId="{F8AC7917-C986-43E0-9E74-E155AF6186BD}" dt="2025-06-22T04:57:08.436" v="1263" actId="2696"/>
        <pc:sldMkLst>
          <pc:docMk/>
          <pc:sldMk cId="430353183" sldId="457"/>
        </pc:sldMkLst>
      </pc:sldChg>
      <pc:sldChg chg="addSp delSp modSp add mod delAnim modAnim">
        <pc:chgData name="SHANIA PRICCILIA" userId="28f68feb-2ad7-4195-8423-6eee3405c604" providerId="ADAL" clId="{F8AC7917-C986-43E0-9E74-E155AF6186BD}" dt="2025-06-22T04:59:00.890" v="1289" actId="14100"/>
        <pc:sldMkLst>
          <pc:docMk/>
          <pc:sldMk cId="511277583" sldId="457"/>
        </pc:sldMkLst>
        <pc:spChg chg="mod">
          <ac:chgData name="SHANIA PRICCILIA" userId="28f68feb-2ad7-4195-8423-6eee3405c604" providerId="ADAL" clId="{F8AC7917-C986-43E0-9E74-E155AF6186BD}" dt="2025-06-22T04:58:52.789" v="1284" actId="14100"/>
          <ac:spMkLst>
            <pc:docMk/>
            <pc:sldMk cId="511277583" sldId="457"/>
            <ac:spMk id="4" creationId="{009E9460-B4D0-5314-1706-75D4734A3B6E}"/>
          </ac:spMkLst>
        </pc:spChg>
        <pc:picChg chg="add mod">
          <ac:chgData name="SHANIA PRICCILIA" userId="28f68feb-2ad7-4195-8423-6eee3405c604" providerId="ADAL" clId="{F8AC7917-C986-43E0-9E74-E155AF6186BD}" dt="2025-06-22T04:59:00.890" v="1289" actId="14100"/>
          <ac:picMkLst>
            <pc:docMk/>
            <pc:sldMk cId="511277583" sldId="457"/>
            <ac:picMk id="3" creationId="{9148A9CE-39AD-D13C-9810-9DF3EB3AB0CC}"/>
          </ac:picMkLst>
        </pc:picChg>
      </pc:sldChg>
      <pc:sldChg chg="modSp mod">
        <pc:chgData name="SHANIA PRICCILIA" userId="28f68feb-2ad7-4195-8423-6eee3405c604" providerId="ADAL" clId="{F8AC7917-C986-43E0-9E74-E155AF6186BD}" dt="2025-06-22T15:58:49.914" v="1315" actId="207"/>
        <pc:sldMkLst>
          <pc:docMk/>
          <pc:sldMk cId="3545708465" sldId="459"/>
        </pc:sldMkLst>
        <pc:spChg chg="mod">
          <ac:chgData name="SHANIA PRICCILIA" userId="28f68feb-2ad7-4195-8423-6eee3405c604" providerId="ADAL" clId="{F8AC7917-C986-43E0-9E74-E155AF6186BD}" dt="2025-06-22T15:58:49.914" v="1315" actId="207"/>
          <ac:spMkLst>
            <pc:docMk/>
            <pc:sldMk cId="3545708465" sldId="459"/>
            <ac:spMk id="9" creationId="{C532D9C5-F057-26FF-A3B9-38E45B747A77}"/>
          </ac:spMkLst>
        </pc:spChg>
      </pc:sldChg>
      <pc:sldChg chg="addSp delSp modSp add mod">
        <pc:chgData name="SHANIA PRICCILIA" userId="28f68feb-2ad7-4195-8423-6eee3405c604" providerId="ADAL" clId="{F8AC7917-C986-43E0-9E74-E155AF6186BD}" dt="2025-06-22T16:02:33.441" v="1351"/>
        <pc:sldMkLst>
          <pc:docMk/>
          <pc:sldMk cId="3453402171" sldId="460"/>
        </pc:sldMkLst>
        <pc:spChg chg="mod">
          <ac:chgData name="SHANIA PRICCILIA" userId="28f68feb-2ad7-4195-8423-6eee3405c604" providerId="ADAL" clId="{F8AC7917-C986-43E0-9E74-E155AF6186BD}" dt="2025-06-22T15:59:22.224" v="1326" actId="20577"/>
          <ac:spMkLst>
            <pc:docMk/>
            <pc:sldMk cId="3453402171" sldId="460"/>
            <ac:spMk id="5" creationId="{8E633D80-28BC-30C0-334D-480AF5997F00}"/>
          </ac:spMkLst>
        </pc:spChg>
        <pc:spChg chg="add mod">
          <ac:chgData name="SHANIA PRICCILIA" userId="28f68feb-2ad7-4195-8423-6eee3405c604" providerId="ADAL" clId="{F8AC7917-C986-43E0-9E74-E155AF6186BD}" dt="2025-06-22T16:02:33.441" v="1351"/>
          <ac:spMkLst>
            <pc:docMk/>
            <pc:sldMk cId="3453402171" sldId="460"/>
            <ac:spMk id="10" creationId="{59D88530-689F-17C1-5DC8-CEBDD9782D2E}"/>
          </ac:spMkLst>
        </pc:spChg>
        <pc:picChg chg="add mod">
          <ac:chgData name="SHANIA PRICCILIA" userId="28f68feb-2ad7-4195-8423-6eee3405c604" providerId="ADAL" clId="{F8AC7917-C986-43E0-9E74-E155AF6186BD}" dt="2025-06-22T16:01:54.155" v="1341" actId="14100"/>
          <ac:picMkLst>
            <pc:docMk/>
            <pc:sldMk cId="3453402171" sldId="460"/>
            <ac:picMk id="6" creationId="{4B6FD932-9EA7-C177-53EE-07C44B763C84}"/>
          </ac:picMkLst>
        </pc:picChg>
        <pc:picChg chg="add mod">
          <ac:chgData name="SHANIA PRICCILIA" userId="28f68feb-2ad7-4195-8423-6eee3405c604" providerId="ADAL" clId="{F8AC7917-C986-43E0-9E74-E155AF6186BD}" dt="2025-06-22T16:02:16.583" v="1349" actId="1076"/>
          <ac:picMkLst>
            <pc:docMk/>
            <pc:sldMk cId="3453402171" sldId="460"/>
            <ac:picMk id="8" creationId="{CFB9F07D-8C29-9DC7-D2C7-BD37D02FE235}"/>
          </ac:picMkLst>
        </pc:picChg>
      </pc:sldChg>
      <pc:sldChg chg="addSp delSp modSp add mod ord">
        <pc:chgData name="SHANIA PRICCILIA" userId="28f68feb-2ad7-4195-8423-6eee3405c604" providerId="ADAL" clId="{F8AC7917-C986-43E0-9E74-E155AF6186BD}" dt="2025-06-22T16:07:45.515" v="1388" actId="14100"/>
        <pc:sldMkLst>
          <pc:docMk/>
          <pc:sldMk cId="1829533247" sldId="461"/>
        </pc:sldMkLst>
        <pc:spChg chg="mod">
          <ac:chgData name="SHANIA PRICCILIA" userId="28f68feb-2ad7-4195-8423-6eee3405c604" providerId="ADAL" clId="{F8AC7917-C986-43E0-9E74-E155AF6186BD}" dt="2025-06-22T16:04:29.979" v="1359"/>
          <ac:spMkLst>
            <pc:docMk/>
            <pc:sldMk cId="1829533247" sldId="461"/>
            <ac:spMk id="2" creationId="{B88B3F2F-37C3-13B1-F222-B7888D5D2961}"/>
          </ac:spMkLst>
        </pc:spChg>
        <pc:spChg chg="add mod">
          <ac:chgData name="SHANIA PRICCILIA" userId="28f68feb-2ad7-4195-8423-6eee3405c604" providerId="ADAL" clId="{F8AC7917-C986-43E0-9E74-E155AF6186BD}" dt="2025-06-22T16:07:45.515" v="1388" actId="14100"/>
          <ac:spMkLst>
            <pc:docMk/>
            <pc:sldMk cId="1829533247" sldId="461"/>
            <ac:spMk id="4" creationId="{F6FDD65C-215E-2173-DFF9-54099EEF6DC2}"/>
          </ac:spMkLst>
        </pc:spChg>
        <pc:spChg chg="mod">
          <ac:chgData name="SHANIA PRICCILIA" userId="28f68feb-2ad7-4195-8423-6eee3405c604" providerId="ADAL" clId="{F8AC7917-C986-43E0-9E74-E155AF6186BD}" dt="2025-06-22T16:06:21.509" v="1377" actId="1076"/>
          <ac:spMkLst>
            <pc:docMk/>
            <pc:sldMk cId="1829533247" sldId="461"/>
            <ac:spMk id="8" creationId="{D41C662A-0DB8-39B1-4D85-EB2A31A8F0AD}"/>
          </ac:spMkLst>
        </pc:spChg>
        <pc:spChg chg="mod">
          <ac:chgData name="SHANIA PRICCILIA" userId="28f68feb-2ad7-4195-8423-6eee3405c604" providerId="ADAL" clId="{F8AC7917-C986-43E0-9E74-E155AF6186BD}" dt="2025-06-22T16:07:39.112" v="1387" actId="14100"/>
          <ac:spMkLst>
            <pc:docMk/>
            <pc:sldMk cId="1829533247" sldId="461"/>
            <ac:spMk id="9" creationId="{E147FFFA-248A-C997-78A8-F04C6B3BC167}"/>
          </ac:spMkLst>
        </pc:spChg>
      </pc:sldChg>
      <pc:sldChg chg="addSp delSp modSp add mod">
        <pc:chgData name="SHANIA PRICCILIA" userId="28f68feb-2ad7-4195-8423-6eee3405c604" providerId="ADAL" clId="{F8AC7917-C986-43E0-9E74-E155AF6186BD}" dt="2025-06-22T16:11:12.400" v="1423" actId="14100"/>
        <pc:sldMkLst>
          <pc:docMk/>
          <pc:sldMk cId="1282706564" sldId="462"/>
        </pc:sldMkLst>
        <pc:spChg chg="add mod">
          <ac:chgData name="SHANIA PRICCILIA" userId="28f68feb-2ad7-4195-8423-6eee3405c604" providerId="ADAL" clId="{F8AC7917-C986-43E0-9E74-E155AF6186BD}" dt="2025-06-22T16:10:44.775" v="1420" actId="2711"/>
          <ac:spMkLst>
            <pc:docMk/>
            <pc:sldMk cId="1282706564" sldId="462"/>
            <ac:spMk id="3" creationId="{7F6B4401-051B-F536-4B51-D3F38BA36CB7}"/>
          </ac:spMkLst>
        </pc:spChg>
        <pc:spChg chg="mod">
          <ac:chgData name="SHANIA PRICCILIA" userId="28f68feb-2ad7-4195-8423-6eee3405c604" providerId="ADAL" clId="{F8AC7917-C986-43E0-9E74-E155AF6186BD}" dt="2025-06-22T16:11:12.400" v="1423" actId="14100"/>
          <ac:spMkLst>
            <pc:docMk/>
            <pc:sldMk cId="1282706564" sldId="462"/>
            <ac:spMk id="9" creationId="{19D89A19-3F24-BD4D-BCBA-0A2BC6C2A401}"/>
          </ac:spMkLst>
        </pc:spChg>
      </pc:sldChg>
      <pc:sldChg chg="addSp delSp modSp add mod">
        <pc:chgData name="SHANIA PRICCILIA" userId="28f68feb-2ad7-4195-8423-6eee3405c604" providerId="ADAL" clId="{F8AC7917-C986-43E0-9E74-E155AF6186BD}" dt="2025-06-22T16:16:42.496" v="1453" actId="14100"/>
        <pc:sldMkLst>
          <pc:docMk/>
          <pc:sldMk cId="4002654896" sldId="463"/>
        </pc:sldMkLst>
        <pc:spChg chg="mod">
          <ac:chgData name="SHANIA PRICCILIA" userId="28f68feb-2ad7-4195-8423-6eee3405c604" providerId="ADAL" clId="{F8AC7917-C986-43E0-9E74-E155AF6186BD}" dt="2025-06-22T16:16:31.790" v="1452" actId="12"/>
          <ac:spMkLst>
            <pc:docMk/>
            <pc:sldMk cId="4002654896" sldId="463"/>
            <ac:spMk id="3" creationId="{0C82175A-6DA2-290A-5250-CE513A6108DD}"/>
          </ac:spMkLst>
        </pc:spChg>
        <pc:spChg chg="mod">
          <ac:chgData name="SHANIA PRICCILIA" userId="28f68feb-2ad7-4195-8423-6eee3405c604" providerId="ADAL" clId="{F8AC7917-C986-43E0-9E74-E155AF6186BD}" dt="2025-06-22T16:14:56.270" v="1431" actId="20577"/>
          <ac:spMkLst>
            <pc:docMk/>
            <pc:sldMk cId="4002654896" sldId="463"/>
            <ac:spMk id="5" creationId="{508A798B-CD20-1022-4EA8-C91D0B6004A1}"/>
          </ac:spMkLst>
        </pc:spChg>
        <pc:picChg chg="add mod">
          <ac:chgData name="SHANIA PRICCILIA" userId="28f68feb-2ad7-4195-8423-6eee3405c604" providerId="ADAL" clId="{F8AC7917-C986-43E0-9E74-E155AF6186BD}" dt="2025-06-22T16:16:42.496" v="1453" actId="14100"/>
          <ac:picMkLst>
            <pc:docMk/>
            <pc:sldMk cId="4002654896" sldId="463"/>
            <ac:picMk id="6" creationId="{81CE16A8-CDD1-689F-C093-15ADB0FD1926}"/>
          </ac:picMkLst>
        </pc:picChg>
      </pc:sldChg>
      <pc:sldChg chg="addSp delSp modSp add del mod">
        <pc:chgData name="SHANIA PRICCILIA" userId="28f68feb-2ad7-4195-8423-6eee3405c604" providerId="ADAL" clId="{F8AC7917-C986-43E0-9E74-E155AF6186BD}" dt="2025-06-22T16:18:44.978" v="1484" actId="2696"/>
        <pc:sldMkLst>
          <pc:docMk/>
          <pc:sldMk cId="1235404563" sldId="464"/>
        </pc:sldMkLst>
      </pc:sldChg>
      <pc:sldChg chg="addSp delSp modSp add mod">
        <pc:chgData name="SHANIA PRICCILIA" userId="28f68feb-2ad7-4195-8423-6eee3405c604" providerId="ADAL" clId="{F8AC7917-C986-43E0-9E74-E155AF6186BD}" dt="2025-06-22T16:18:39.026" v="1483" actId="1076"/>
        <pc:sldMkLst>
          <pc:docMk/>
          <pc:sldMk cId="41831159" sldId="465"/>
        </pc:sldMkLst>
        <pc:spChg chg="mod">
          <ac:chgData name="SHANIA PRICCILIA" userId="28f68feb-2ad7-4195-8423-6eee3405c604" providerId="ADAL" clId="{F8AC7917-C986-43E0-9E74-E155AF6186BD}" dt="2025-06-22T16:18:39.026" v="1483" actId="1076"/>
          <ac:spMkLst>
            <pc:docMk/>
            <pc:sldMk cId="41831159" sldId="465"/>
            <ac:spMk id="3" creationId="{2D4E5EFE-C189-CE2E-00E6-DB8574761902}"/>
          </ac:spMkLst>
        </pc:spChg>
        <pc:picChg chg="add mod">
          <ac:chgData name="SHANIA PRICCILIA" userId="28f68feb-2ad7-4195-8423-6eee3405c604" providerId="ADAL" clId="{F8AC7917-C986-43E0-9E74-E155AF6186BD}" dt="2025-06-22T16:18:10.114" v="1469"/>
          <ac:picMkLst>
            <pc:docMk/>
            <pc:sldMk cId="41831159" sldId="465"/>
            <ac:picMk id="4" creationId="{0070541B-22E7-305A-AC80-1E1A8C44E775}"/>
          </ac:picMkLst>
        </pc:picChg>
      </pc:sldChg>
    </pc:docChg>
  </pc:docChgLst>
  <pc:docChgLst>
    <pc:chgData name="Shania Priccilia" userId="c4dd4a50-8335-4e39-a119-dc5e413d78e9" providerId="ADAL" clId="{71BC523A-E653-0149-9FBF-601FC2B7BB78}"/>
    <pc:docChg chg="undo redo custSel addSld delSld modSld sldOrd">
      <pc:chgData name="Shania Priccilia" userId="c4dd4a50-8335-4e39-a119-dc5e413d78e9" providerId="ADAL" clId="{71BC523A-E653-0149-9FBF-601FC2B7BB78}" dt="2025-06-08T18:10:38.604" v="1392" actId="2890"/>
      <pc:docMkLst>
        <pc:docMk/>
      </pc:docMkLst>
      <pc:sldChg chg="modSp mod">
        <pc:chgData name="Shania Priccilia" userId="c4dd4a50-8335-4e39-a119-dc5e413d78e9" providerId="ADAL" clId="{71BC523A-E653-0149-9FBF-601FC2B7BB78}" dt="2025-06-08T09:19:16.236" v="9" actId="20577"/>
        <pc:sldMkLst>
          <pc:docMk/>
          <pc:sldMk cId="3807564589" sldId="256"/>
        </pc:sldMkLst>
        <pc:spChg chg="mod">
          <ac:chgData name="Shania Priccilia" userId="c4dd4a50-8335-4e39-a119-dc5e413d78e9" providerId="ADAL" clId="{71BC523A-E653-0149-9FBF-601FC2B7BB78}" dt="2025-06-08T09:19:16.236" v="9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Shania Priccilia" userId="c4dd4a50-8335-4e39-a119-dc5e413d78e9" providerId="ADAL" clId="{71BC523A-E653-0149-9FBF-601FC2B7BB78}" dt="2025-06-08T09:16:19.234" v="0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Shania Priccilia" userId="c4dd4a50-8335-4e39-a119-dc5e413d78e9" providerId="ADAL" clId="{71BC523A-E653-0149-9FBF-601FC2B7BB78}" dt="2025-06-08T09:20:19.574" v="21" actId="5793"/>
        <pc:sldMkLst>
          <pc:docMk/>
          <pc:sldMk cId="1968907909" sldId="258"/>
        </pc:sldMkLst>
        <pc:spChg chg="mod">
          <ac:chgData name="Shania Priccilia" userId="c4dd4a50-8335-4e39-a119-dc5e413d78e9" providerId="ADAL" clId="{71BC523A-E653-0149-9FBF-601FC2B7BB78}" dt="2025-06-08T09:20:19.574" v="21" actId="5793"/>
          <ac:spMkLst>
            <pc:docMk/>
            <pc:sldMk cId="1968907909" sldId="258"/>
            <ac:spMk id="4" creationId="{BF639152-5297-4504-380C-94154A8D96CB}"/>
          </ac:spMkLst>
        </pc:spChg>
      </pc:sldChg>
      <pc:sldChg chg="modSp mod">
        <pc:chgData name="Shania Priccilia" userId="c4dd4a50-8335-4e39-a119-dc5e413d78e9" providerId="ADAL" clId="{71BC523A-E653-0149-9FBF-601FC2B7BB78}" dt="2025-06-08T17:55:13.042" v="1219" actId="20577"/>
        <pc:sldMkLst>
          <pc:docMk/>
          <pc:sldMk cId="4105662268" sldId="259"/>
        </pc:sldMkLst>
        <pc:spChg chg="mod">
          <ac:chgData name="Shania Priccilia" userId="c4dd4a50-8335-4e39-a119-dc5e413d78e9" providerId="ADAL" clId="{71BC523A-E653-0149-9FBF-601FC2B7BB78}" dt="2025-06-08T17:55:13.042" v="1219" actId="20577"/>
          <ac:spMkLst>
            <pc:docMk/>
            <pc:sldMk cId="4105662268" sldId="259"/>
            <ac:spMk id="4" creationId="{F37B5071-5AEC-07E9-E361-22C4629DB39D}"/>
          </ac:spMkLst>
        </pc:spChg>
      </pc:sldChg>
      <pc:sldChg chg="addSp modSp mod">
        <pc:chgData name="Shania Priccilia" userId="c4dd4a50-8335-4e39-a119-dc5e413d78e9" providerId="ADAL" clId="{71BC523A-E653-0149-9FBF-601FC2B7BB78}" dt="2025-06-08T09:33:03.900" v="84" actId="1076"/>
        <pc:sldMkLst>
          <pc:docMk/>
          <pc:sldMk cId="852008808" sldId="262"/>
        </pc:sldMkLst>
        <pc:spChg chg="mod">
          <ac:chgData name="Shania Priccilia" userId="c4dd4a50-8335-4e39-a119-dc5e413d78e9" providerId="ADAL" clId="{71BC523A-E653-0149-9FBF-601FC2B7BB78}" dt="2025-06-08T09:23:37.827" v="44"/>
          <ac:spMkLst>
            <pc:docMk/>
            <pc:sldMk cId="852008808" sldId="262"/>
            <ac:spMk id="2" creationId="{B5ED9BEF-9542-7100-1D62-738DD1E8400C}"/>
          </ac:spMkLst>
        </pc:spChg>
        <pc:spChg chg="mod">
          <ac:chgData name="Shania Priccilia" userId="c4dd4a50-8335-4e39-a119-dc5e413d78e9" providerId="ADAL" clId="{71BC523A-E653-0149-9FBF-601FC2B7BB78}" dt="2025-06-08T09:32:52.270" v="82" actId="14100"/>
          <ac:spMkLst>
            <pc:docMk/>
            <pc:sldMk cId="852008808" sldId="262"/>
            <ac:spMk id="4" creationId="{A658487A-CC6E-01E0-FD53-981205337ECB}"/>
          </ac:spMkLst>
        </pc:spChg>
      </pc:sldChg>
      <pc:sldChg chg="addSp delSp modSp mod">
        <pc:chgData name="Shania Priccilia" userId="c4dd4a50-8335-4e39-a119-dc5e413d78e9" providerId="ADAL" clId="{71BC523A-E653-0149-9FBF-601FC2B7BB78}" dt="2025-06-08T10:26:49.125" v="313" actId="208"/>
        <pc:sldMkLst>
          <pc:docMk/>
          <pc:sldMk cId="1571411344" sldId="308"/>
        </pc:sldMkLst>
      </pc:sldChg>
      <pc:sldChg chg="addSp delSp modSp mod">
        <pc:chgData name="Shania Priccilia" userId="c4dd4a50-8335-4e39-a119-dc5e413d78e9" providerId="ADAL" clId="{71BC523A-E653-0149-9FBF-601FC2B7BB78}" dt="2025-06-08T10:42:52.900" v="391" actId="5793"/>
        <pc:sldMkLst>
          <pc:docMk/>
          <pc:sldMk cId="1288168657" sldId="349"/>
        </pc:sldMkLst>
        <pc:spChg chg="mod">
          <ac:chgData name="Shania Priccilia" userId="c4dd4a50-8335-4e39-a119-dc5e413d78e9" providerId="ADAL" clId="{71BC523A-E653-0149-9FBF-601FC2B7BB78}" dt="2025-06-08T10:28:21.810" v="319"/>
          <ac:spMkLst>
            <pc:docMk/>
            <pc:sldMk cId="1288168657" sldId="349"/>
            <ac:spMk id="2" creationId="{37830DCA-2DD1-1C75-B7A6-27C249AE32C2}"/>
          </ac:spMkLst>
        </pc:spChg>
        <pc:spChg chg="mod">
          <ac:chgData name="Shania Priccilia" userId="c4dd4a50-8335-4e39-a119-dc5e413d78e9" providerId="ADAL" clId="{71BC523A-E653-0149-9FBF-601FC2B7BB78}" dt="2025-06-08T10:42:52.900" v="391" actId="5793"/>
          <ac:spMkLst>
            <pc:docMk/>
            <pc:sldMk cId="1288168657" sldId="349"/>
            <ac:spMk id="4" creationId="{C98BB6A5-6FD0-F54A-79A6-2D69B1B5B605}"/>
          </ac:spMkLst>
        </pc:spChg>
        <pc:spChg chg="mod">
          <ac:chgData name="Shania Priccilia" userId="c4dd4a50-8335-4e39-a119-dc5e413d78e9" providerId="ADAL" clId="{71BC523A-E653-0149-9FBF-601FC2B7BB78}" dt="2025-06-08T10:28:44.783" v="337" actId="20577"/>
          <ac:spMkLst>
            <pc:docMk/>
            <pc:sldMk cId="1288168657" sldId="349"/>
            <ac:spMk id="5" creationId="{A5409B17-152D-5CAB-481E-AECA3E247AFB}"/>
          </ac:spMkLst>
        </pc:spChg>
      </pc:sldChg>
      <pc:sldChg chg="addSp delSp modSp mod">
        <pc:chgData name="Shania Priccilia" userId="c4dd4a50-8335-4e39-a119-dc5e413d78e9" providerId="ADAL" clId="{71BC523A-E653-0149-9FBF-601FC2B7BB78}" dt="2025-06-08T15:46:06.621" v="568" actId="5793"/>
        <pc:sldMkLst>
          <pc:docMk/>
          <pc:sldMk cId="683118197" sldId="352"/>
        </pc:sldMkLst>
      </pc:sldChg>
      <pc:sldChg chg="addSp delSp modSp mod modClrScheme chgLayout">
        <pc:chgData name="Shania Priccilia" userId="c4dd4a50-8335-4e39-a119-dc5e413d78e9" providerId="ADAL" clId="{71BC523A-E653-0149-9FBF-601FC2B7BB78}" dt="2025-06-08T15:57:34.014" v="640" actId="1076"/>
        <pc:sldMkLst>
          <pc:docMk/>
          <pc:sldMk cId="164903481" sldId="365"/>
        </pc:sldMkLst>
      </pc:sldChg>
      <pc:sldChg chg="modSp mod">
        <pc:chgData name="Shania Priccilia" userId="c4dd4a50-8335-4e39-a119-dc5e413d78e9" providerId="ADAL" clId="{71BC523A-E653-0149-9FBF-601FC2B7BB78}" dt="2025-06-08T17:06:34.949" v="921" actId="113"/>
        <pc:sldMkLst>
          <pc:docMk/>
          <pc:sldMk cId="1716095985" sldId="366"/>
        </pc:sldMkLst>
      </pc:sldChg>
      <pc:sldChg chg="addSp delSp modSp mod">
        <pc:chgData name="Shania Priccilia" userId="c4dd4a50-8335-4e39-a119-dc5e413d78e9" providerId="ADAL" clId="{71BC523A-E653-0149-9FBF-601FC2B7BB78}" dt="2025-06-08T17:16:00.520" v="972"/>
        <pc:sldMkLst>
          <pc:docMk/>
          <pc:sldMk cId="390168046" sldId="367"/>
        </pc:sldMkLst>
      </pc:sldChg>
      <pc:sldChg chg="delSp modSp mod">
        <pc:chgData name="Shania Priccilia" userId="c4dd4a50-8335-4e39-a119-dc5e413d78e9" providerId="ADAL" clId="{71BC523A-E653-0149-9FBF-601FC2B7BB78}" dt="2025-06-08T18:03:20.030" v="1336" actId="20577"/>
        <pc:sldMkLst>
          <pc:docMk/>
          <pc:sldMk cId="3700504154" sldId="368"/>
        </pc:sldMkLst>
      </pc:sldChg>
      <pc:sldChg chg="delSp modSp add mod">
        <pc:chgData name="Shania Priccilia" userId="c4dd4a50-8335-4e39-a119-dc5e413d78e9" providerId="ADAL" clId="{71BC523A-E653-0149-9FBF-601FC2B7BB78}" dt="2025-06-08T09:36:27.091" v="132" actId="20577"/>
        <pc:sldMkLst>
          <pc:docMk/>
          <pc:sldMk cId="3221571069" sldId="395"/>
        </pc:sldMkLst>
      </pc:sldChg>
      <pc:sldChg chg="modSp add mod">
        <pc:chgData name="Shania Priccilia" userId="c4dd4a50-8335-4e39-a119-dc5e413d78e9" providerId="ADAL" clId="{71BC523A-E653-0149-9FBF-601FC2B7BB78}" dt="2025-06-08T09:40:03.220" v="159" actId="20577"/>
        <pc:sldMkLst>
          <pc:docMk/>
          <pc:sldMk cId="409205538" sldId="396"/>
        </pc:sldMkLst>
      </pc:sldChg>
      <pc:sldChg chg="delSp modSp add mod ord">
        <pc:chgData name="Shania Priccilia" userId="c4dd4a50-8335-4e39-a119-dc5e413d78e9" providerId="ADAL" clId="{71BC523A-E653-0149-9FBF-601FC2B7BB78}" dt="2025-06-08T09:58:55.724" v="246" actId="20577"/>
        <pc:sldMkLst>
          <pc:docMk/>
          <pc:sldMk cId="3443013050" sldId="397"/>
        </pc:sldMkLst>
      </pc:sldChg>
      <pc:sldChg chg="add del">
        <pc:chgData name="Shania Priccilia" userId="c4dd4a50-8335-4e39-a119-dc5e413d78e9" providerId="ADAL" clId="{71BC523A-E653-0149-9FBF-601FC2B7BB78}" dt="2025-06-08T09:46:58.516" v="161" actId="2696"/>
        <pc:sldMkLst>
          <pc:docMk/>
          <pc:sldMk cId="3889315656" sldId="397"/>
        </pc:sldMkLst>
      </pc:sldChg>
      <pc:sldChg chg="modSp add del mod">
        <pc:chgData name="Shania Priccilia" userId="c4dd4a50-8335-4e39-a119-dc5e413d78e9" providerId="ADAL" clId="{71BC523A-E653-0149-9FBF-601FC2B7BB78}" dt="2025-06-08T15:13:31.572" v="477" actId="2696"/>
        <pc:sldMkLst>
          <pc:docMk/>
          <pc:sldMk cId="2400411793" sldId="398"/>
        </pc:sldMkLst>
      </pc:sldChg>
      <pc:sldChg chg="addSp delSp modSp add mod">
        <pc:chgData name="Shania Priccilia" userId="c4dd4a50-8335-4e39-a119-dc5e413d78e9" providerId="ADAL" clId="{71BC523A-E653-0149-9FBF-601FC2B7BB78}" dt="2025-06-08T16:02:07" v="660" actId="14100"/>
        <pc:sldMkLst>
          <pc:docMk/>
          <pc:sldMk cId="3948086453" sldId="398"/>
        </pc:sldMkLst>
      </pc:sldChg>
      <pc:sldChg chg="addSp delSp modSp add mod ord">
        <pc:chgData name="Shania Priccilia" userId="c4dd4a50-8335-4e39-a119-dc5e413d78e9" providerId="ADAL" clId="{71BC523A-E653-0149-9FBF-601FC2B7BB78}" dt="2025-06-08T15:56:10.478" v="626" actId="20578"/>
        <pc:sldMkLst>
          <pc:docMk/>
          <pc:sldMk cId="696264309" sldId="399"/>
        </pc:sldMkLst>
      </pc:sldChg>
      <pc:sldChg chg="addSp delSp modSp add mod">
        <pc:chgData name="Shania Priccilia" userId="c4dd4a50-8335-4e39-a119-dc5e413d78e9" providerId="ADAL" clId="{71BC523A-E653-0149-9FBF-601FC2B7BB78}" dt="2025-06-08T16:11:18.717" v="749" actId="20577"/>
        <pc:sldMkLst>
          <pc:docMk/>
          <pc:sldMk cId="3129293315" sldId="400"/>
        </pc:sldMkLst>
      </pc:sldChg>
      <pc:sldChg chg="addSp modSp add mod">
        <pc:chgData name="Shania Priccilia" userId="c4dd4a50-8335-4e39-a119-dc5e413d78e9" providerId="ADAL" clId="{71BC523A-E653-0149-9FBF-601FC2B7BB78}" dt="2025-06-08T16:36:28.235" v="876" actId="20577"/>
        <pc:sldMkLst>
          <pc:docMk/>
          <pc:sldMk cId="593976106" sldId="401"/>
        </pc:sldMkLst>
      </pc:sldChg>
      <pc:sldChg chg="addSp delSp modSp add mod">
        <pc:chgData name="Shania Priccilia" userId="c4dd4a50-8335-4e39-a119-dc5e413d78e9" providerId="ADAL" clId="{71BC523A-E653-0149-9FBF-601FC2B7BB78}" dt="2025-06-08T16:35:48.130" v="870" actId="20577"/>
        <pc:sldMkLst>
          <pc:docMk/>
          <pc:sldMk cId="2515440498" sldId="402"/>
        </pc:sldMkLst>
      </pc:sldChg>
      <pc:sldChg chg="addSp delSp modSp add mod">
        <pc:chgData name="Shania Priccilia" userId="c4dd4a50-8335-4e39-a119-dc5e413d78e9" providerId="ADAL" clId="{71BC523A-E653-0149-9FBF-601FC2B7BB78}" dt="2025-06-08T16:59:47.280" v="883" actId="14100"/>
        <pc:sldMkLst>
          <pc:docMk/>
          <pc:sldMk cId="4273590214" sldId="403"/>
        </pc:sldMkLst>
      </pc:sldChg>
      <pc:sldChg chg="addSp delSp modSp add mod">
        <pc:chgData name="Shania Priccilia" userId="c4dd4a50-8335-4e39-a119-dc5e413d78e9" providerId="ADAL" clId="{71BC523A-E653-0149-9FBF-601FC2B7BB78}" dt="2025-06-08T17:21:08.063" v="990" actId="27636"/>
        <pc:sldMkLst>
          <pc:docMk/>
          <pc:sldMk cId="1178292027" sldId="404"/>
        </pc:sldMkLst>
      </pc:sldChg>
      <pc:sldChg chg="addSp delSp modSp add mod">
        <pc:chgData name="Shania Priccilia" userId="c4dd4a50-8335-4e39-a119-dc5e413d78e9" providerId="ADAL" clId="{71BC523A-E653-0149-9FBF-601FC2B7BB78}" dt="2025-06-08T17:34:12.370" v="1055" actId="22"/>
        <pc:sldMkLst>
          <pc:docMk/>
          <pc:sldMk cId="2390363238" sldId="405"/>
        </pc:sldMkLst>
      </pc:sldChg>
      <pc:sldChg chg="delSp modSp add mod">
        <pc:chgData name="Shania Priccilia" userId="c4dd4a50-8335-4e39-a119-dc5e413d78e9" providerId="ADAL" clId="{71BC523A-E653-0149-9FBF-601FC2B7BB78}" dt="2025-06-08T17:42:43.193" v="1120" actId="14100"/>
        <pc:sldMkLst>
          <pc:docMk/>
          <pc:sldMk cId="3263777252" sldId="406"/>
        </pc:sldMkLst>
      </pc:sldChg>
      <pc:sldChg chg="addSp delSp modSp add mod">
        <pc:chgData name="Shania Priccilia" userId="c4dd4a50-8335-4e39-a119-dc5e413d78e9" providerId="ADAL" clId="{71BC523A-E653-0149-9FBF-601FC2B7BB78}" dt="2025-06-08T17:47:30.872" v="1154" actId="2711"/>
        <pc:sldMkLst>
          <pc:docMk/>
          <pc:sldMk cId="1617631021" sldId="407"/>
        </pc:sldMkLst>
      </pc:sldChg>
      <pc:sldChg chg="addSp delSp modSp add mod">
        <pc:chgData name="Shania Priccilia" userId="c4dd4a50-8335-4e39-a119-dc5e413d78e9" providerId="ADAL" clId="{71BC523A-E653-0149-9FBF-601FC2B7BB78}" dt="2025-06-08T17:54:52.312" v="1218" actId="1076"/>
        <pc:sldMkLst>
          <pc:docMk/>
          <pc:sldMk cId="3102509994" sldId="408"/>
        </pc:sldMkLst>
      </pc:sldChg>
      <pc:sldChg chg="addSp delSp modSp add mod">
        <pc:chgData name="Shania Priccilia" userId="c4dd4a50-8335-4e39-a119-dc5e413d78e9" providerId="ADAL" clId="{71BC523A-E653-0149-9FBF-601FC2B7BB78}" dt="2025-06-08T18:09:51.556" v="1391" actId="14100"/>
        <pc:sldMkLst>
          <pc:docMk/>
          <pc:sldMk cId="3499547640" sldId="409"/>
        </pc:sldMkLst>
      </pc:sldChg>
      <pc:sldChg chg="add">
        <pc:chgData name="Shania Priccilia" userId="c4dd4a50-8335-4e39-a119-dc5e413d78e9" providerId="ADAL" clId="{71BC523A-E653-0149-9FBF-601FC2B7BB78}" dt="2025-06-08T18:10:38.604" v="1392" actId="2890"/>
        <pc:sldMkLst>
          <pc:docMk/>
          <pc:sldMk cId="3385033690" sldId="410"/>
        </pc:sldMkLst>
      </pc:sldChg>
    </pc:docChg>
  </pc:docChgLst>
  <pc:docChgLst>
    <pc:chgData name="Shania Priccilia" userId="S::shania.priccilia@binus.edu::c4dd4a50-8335-4e39-a119-dc5e413d78e9" providerId="AD" clId="Web-{C9DD5074-6F45-60BA-A153-2550FDA4D1FD}"/>
    <pc:docChg chg="modSld">
      <pc:chgData name="Shania Priccilia" userId="S::shania.priccilia@binus.edu::c4dd4a50-8335-4e39-a119-dc5e413d78e9" providerId="AD" clId="Web-{C9DD5074-6F45-60BA-A153-2550FDA4D1FD}" dt="2025-06-27T13:40:51.452" v="14"/>
      <pc:docMkLst>
        <pc:docMk/>
      </pc:docMkLst>
      <pc:sldChg chg="modSp">
        <pc:chgData name="Shania Priccilia" userId="S::shania.priccilia@binus.edu::c4dd4a50-8335-4e39-a119-dc5e413d78e9" providerId="AD" clId="Web-{C9DD5074-6F45-60BA-A153-2550FDA4D1FD}" dt="2025-06-27T13:40:39.592" v="13"/>
        <pc:sldMkLst>
          <pc:docMk/>
          <pc:sldMk cId="3124613129" sldId="442"/>
        </pc:sldMkLst>
        <pc:spChg chg="mod">
          <ac:chgData name="Shania Priccilia" userId="S::shania.priccilia@binus.edu::c4dd4a50-8335-4e39-a119-dc5e413d78e9" providerId="AD" clId="Web-{C9DD5074-6F45-60BA-A153-2550FDA4D1FD}" dt="2025-06-27T13:40:39.592" v="13"/>
          <ac:spMkLst>
            <pc:docMk/>
            <pc:sldMk cId="3124613129" sldId="442"/>
            <ac:spMk id="4" creationId="{B61DCCF1-1F62-7857-CA9E-2954349A9E85}"/>
          </ac:spMkLst>
        </pc:spChg>
      </pc:sldChg>
      <pc:sldChg chg="modSp">
        <pc:chgData name="Shania Priccilia" userId="S::shania.priccilia@binus.edu::c4dd4a50-8335-4e39-a119-dc5e413d78e9" providerId="AD" clId="Web-{C9DD5074-6F45-60BA-A153-2550FDA4D1FD}" dt="2025-06-27T13:40:51.452" v="14"/>
        <pc:sldMkLst>
          <pc:docMk/>
          <pc:sldMk cId="3917721721" sldId="443"/>
        </pc:sldMkLst>
        <pc:spChg chg="mod">
          <ac:chgData name="Shania Priccilia" userId="S::shania.priccilia@binus.edu::c4dd4a50-8335-4e39-a119-dc5e413d78e9" providerId="AD" clId="Web-{C9DD5074-6F45-60BA-A153-2550FDA4D1FD}" dt="2025-06-27T13:40:51.452" v="14"/>
          <ac:spMkLst>
            <pc:docMk/>
            <pc:sldMk cId="3917721721" sldId="443"/>
            <ac:spMk id="4" creationId="{9085377B-EE59-ABA9-252E-C5A44F94A976}"/>
          </ac:spMkLst>
        </pc:spChg>
      </pc:sldChg>
      <pc:sldChg chg="modSp">
        <pc:chgData name="Shania Priccilia" userId="S::shania.priccilia@binus.edu::c4dd4a50-8335-4e39-a119-dc5e413d78e9" providerId="AD" clId="Web-{C9DD5074-6F45-60BA-A153-2550FDA4D1FD}" dt="2025-06-27T13:39:54.606" v="12" actId="20577"/>
        <pc:sldMkLst>
          <pc:docMk/>
          <pc:sldMk cId="2982658779" sldId="444"/>
        </pc:sldMkLst>
        <pc:spChg chg="mod">
          <ac:chgData name="Shania Priccilia" userId="S::shania.priccilia@binus.edu::c4dd4a50-8335-4e39-a119-dc5e413d78e9" providerId="AD" clId="Web-{C9DD5074-6F45-60BA-A153-2550FDA4D1FD}" dt="2025-06-27T13:39:54.606" v="12" actId="20577"/>
          <ac:spMkLst>
            <pc:docMk/>
            <pc:sldMk cId="2982658779" sldId="444"/>
            <ac:spMk id="4" creationId="{12EE3268-46FA-2983-6AA6-C89C9851F3E4}"/>
          </ac:spMkLst>
        </pc:spChg>
      </pc:sldChg>
    </pc:docChg>
  </pc:docChgLst>
  <pc:docChgLst>
    <pc:chgData name="SHANIA PRICCILIA" userId="28f68feb-2ad7-4195-8423-6eee3405c604" providerId="ADAL" clId="{ADEE20CE-C610-42F7-84D7-E91507355080}"/>
    <pc:docChg chg="undo redo custSel addSld delSld modSld sldOrd">
      <pc:chgData name="SHANIA PRICCILIA" userId="28f68feb-2ad7-4195-8423-6eee3405c604" providerId="ADAL" clId="{ADEE20CE-C610-42F7-84D7-E91507355080}" dt="2025-06-14T15:14:38.379" v="1484" actId="20577"/>
      <pc:docMkLst>
        <pc:docMk/>
      </pc:docMkLst>
      <pc:sldChg chg="modSp mod">
        <pc:chgData name="SHANIA PRICCILIA" userId="28f68feb-2ad7-4195-8423-6eee3405c604" providerId="ADAL" clId="{ADEE20CE-C610-42F7-84D7-E91507355080}" dt="2025-06-13T05:00:23.721" v="5" actId="20577"/>
        <pc:sldMkLst>
          <pc:docMk/>
          <pc:sldMk cId="3807564589" sldId="256"/>
        </pc:sldMkLst>
        <pc:spChg chg="mod">
          <ac:chgData name="SHANIA PRICCILIA" userId="28f68feb-2ad7-4195-8423-6eee3405c604" providerId="ADAL" clId="{ADEE20CE-C610-42F7-84D7-E91507355080}" dt="2025-06-13T04:59:16.177" v="2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SHANIA PRICCILIA" userId="28f68feb-2ad7-4195-8423-6eee3405c604" providerId="ADAL" clId="{ADEE20CE-C610-42F7-84D7-E91507355080}" dt="2025-06-13T05:00:23.721" v="5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SHANIA PRICCILIA" userId="28f68feb-2ad7-4195-8423-6eee3405c604" providerId="ADAL" clId="{ADEE20CE-C610-42F7-84D7-E91507355080}" dt="2025-06-13T05:10:03.144" v="8"/>
        <pc:sldMkLst>
          <pc:docMk/>
          <pc:sldMk cId="1968907909" sldId="258"/>
        </pc:sldMkLst>
        <pc:spChg chg="mod">
          <ac:chgData name="SHANIA PRICCILIA" userId="28f68feb-2ad7-4195-8423-6eee3405c604" providerId="ADAL" clId="{ADEE20CE-C610-42F7-84D7-E91507355080}" dt="2025-06-13T05:10:03.144" v="8"/>
          <ac:spMkLst>
            <pc:docMk/>
            <pc:sldMk cId="1968907909" sldId="258"/>
            <ac:spMk id="4" creationId="{BF639152-5297-4504-380C-94154A8D96CB}"/>
          </ac:spMkLst>
        </pc:spChg>
      </pc:sldChg>
      <pc:sldChg chg="modSp mod">
        <pc:chgData name="SHANIA PRICCILIA" userId="28f68feb-2ad7-4195-8423-6eee3405c604" providerId="ADAL" clId="{ADEE20CE-C610-42F7-84D7-E91507355080}" dt="2025-06-13T10:59:42.688" v="260" actId="403"/>
        <pc:sldMkLst>
          <pc:docMk/>
          <pc:sldMk cId="4105662268" sldId="259"/>
        </pc:sldMkLst>
        <pc:spChg chg="mod">
          <ac:chgData name="SHANIA PRICCILIA" userId="28f68feb-2ad7-4195-8423-6eee3405c604" providerId="ADAL" clId="{ADEE20CE-C610-42F7-84D7-E91507355080}" dt="2025-06-13T05:10:48.603" v="13" actId="20577"/>
          <ac:spMkLst>
            <pc:docMk/>
            <pc:sldMk cId="4105662268" sldId="259"/>
            <ac:spMk id="3" creationId="{2F63D14B-FD76-D22A-48FE-7092D41FE3E9}"/>
          </ac:spMkLst>
        </pc:spChg>
        <pc:spChg chg="mod">
          <ac:chgData name="SHANIA PRICCILIA" userId="28f68feb-2ad7-4195-8423-6eee3405c604" providerId="ADAL" clId="{ADEE20CE-C610-42F7-84D7-E91507355080}" dt="2025-06-13T10:59:42.688" v="260" actId="403"/>
          <ac:spMkLst>
            <pc:docMk/>
            <pc:sldMk cId="4105662268" sldId="259"/>
            <ac:spMk id="4" creationId="{F37B5071-5AEC-07E9-E361-22C4629DB39D}"/>
          </ac:spMkLst>
        </pc:spChg>
      </pc:sldChg>
      <pc:sldChg chg="delSp modSp mod">
        <pc:chgData name="SHANIA PRICCILIA" userId="28f68feb-2ad7-4195-8423-6eee3405c604" providerId="ADAL" clId="{ADEE20CE-C610-42F7-84D7-E91507355080}" dt="2025-06-13T05:23:35.358" v="32" actId="255"/>
        <pc:sldMkLst>
          <pc:docMk/>
          <pc:sldMk cId="852008808" sldId="262"/>
        </pc:sldMkLst>
        <pc:spChg chg="mod">
          <ac:chgData name="SHANIA PRICCILIA" userId="28f68feb-2ad7-4195-8423-6eee3405c604" providerId="ADAL" clId="{ADEE20CE-C610-42F7-84D7-E91507355080}" dt="2025-06-13T05:21:55.058" v="22" actId="20577"/>
          <ac:spMkLst>
            <pc:docMk/>
            <pc:sldMk cId="852008808" sldId="262"/>
            <ac:spMk id="2" creationId="{B5ED9BEF-9542-7100-1D62-738DD1E8400C}"/>
          </ac:spMkLst>
        </pc:spChg>
        <pc:spChg chg="mod">
          <ac:chgData name="SHANIA PRICCILIA" userId="28f68feb-2ad7-4195-8423-6eee3405c604" providerId="ADAL" clId="{ADEE20CE-C610-42F7-84D7-E91507355080}" dt="2025-06-13T05:23:35.358" v="32" actId="255"/>
          <ac:spMkLst>
            <pc:docMk/>
            <pc:sldMk cId="852008808" sldId="262"/>
            <ac:spMk id="4" creationId="{A658487A-CC6E-01E0-FD53-981205337ECB}"/>
          </ac:spMkLst>
        </pc:spChg>
      </pc:sldChg>
      <pc:sldChg chg="modSp mod">
        <pc:chgData name="SHANIA PRICCILIA" userId="28f68feb-2ad7-4195-8423-6eee3405c604" providerId="ADAL" clId="{ADEE20CE-C610-42F7-84D7-E91507355080}" dt="2025-06-14T15:14:38.379" v="1484" actId="20577"/>
        <pc:sldMkLst>
          <pc:docMk/>
          <pc:sldMk cId="3376909363" sldId="287"/>
        </pc:sldMkLst>
        <pc:spChg chg="mod">
          <ac:chgData name="SHANIA PRICCILIA" userId="28f68feb-2ad7-4195-8423-6eee3405c604" providerId="ADAL" clId="{ADEE20CE-C610-42F7-84D7-E91507355080}" dt="2025-06-14T15:14:38.379" v="1484" actId="20577"/>
          <ac:spMkLst>
            <pc:docMk/>
            <pc:sldMk cId="3376909363" sldId="287"/>
            <ac:spMk id="13" creationId="{FC637192-B017-8920-94C9-2C0A55F44F6B}"/>
          </ac:spMkLst>
        </pc:spChg>
      </pc:sldChg>
      <pc:sldChg chg="addSp delSp modSp mod">
        <pc:chgData name="SHANIA PRICCILIA" userId="28f68feb-2ad7-4195-8423-6eee3405c604" providerId="ADAL" clId="{ADEE20CE-C610-42F7-84D7-E91507355080}" dt="2025-06-14T08:42:25.317" v="773" actId="948"/>
        <pc:sldMkLst>
          <pc:docMk/>
          <pc:sldMk cId="1571411344" sldId="308"/>
        </pc:sldMkLst>
      </pc:sldChg>
      <pc:sldChg chg="modSp mod">
        <pc:chgData name="SHANIA PRICCILIA" userId="28f68feb-2ad7-4195-8423-6eee3405c604" providerId="ADAL" clId="{ADEE20CE-C610-42F7-84D7-E91507355080}" dt="2025-06-14T15:01:17.608" v="1323" actId="20577"/>
        <pc:sldMkLst>
          <pc:docMk/>
          <pc:sldMk cId="2125174800" sldId="333"/>
        </pc:sldMkLst>
        <pc:spChg chg="mod">
          <ac:chgData name="SHANIA PRICCILIA" userId="28f68feb-2ad7-4195-8423-6eee3405c604" providerId="ADAL" clId="{ADEE20CE-C610-42F7-84D7-E91507355080}" dt="2025-06-14T15:01:17.608" v="1323" actId="20577"/>
          <ac:spMkLst>
            <pc:docMk/>
            <pc:sldMk cId="2125174800" sldId="333"/>
            <ac:spMk id="4" creationId="{E80C4902-46C4-1E95-FE4D-EA683502FD99}"/>
          </ac:spMkLst>
        </pc:spChg>
      </pc:sldChg>
      <pc:sldChg chg="modSp mod">
        <pc:chgData name="SHANIA PRICCILIA" userId="28f68feb-2ad7-4195-8423-6eee3405c604" providerId="ADAL" clId="{ADEE20CE-C610-42F7-84D7-E91507355080}" dt="2025-06-14T10:38:07.743" v="1198" actId="207"/>
        <pc:sldMkLst>
          <pc:docMk/>
          <pc:sldMk cId="1288168657" sldId="349"/>
        </pc:sldMkLst>
        <pc:spChg chg="mod">
          <ac:chgData name="SHANIA PRICCILIA" userId="28f68feb-2ad7-4195-8423-6eee3405c604" providerId="ADAL" clId="{ADEE20CE-C610-42F7-84D7-E91507355080}" dt="2025-06-14T09:45:29.160" v="1039" actId="20577"/>
          <ac:spMkLst>
            <pc:docMk/>
            <pc:sldMk cId="1288168657" sldId="349"/>
            <ac:spMk id="2" creationId="{37830DCA-2DD1-1C75-B7A6-27C249AE32C2}"/>
          </ac:spMkLst>
        </pc:spChg>
        <pc:spChg chg="mod">
          <ac:chgData name="SHANIA PRICCILIA" userId="28f68feb-2ad7-4195-8423-6eee3405c604" providerId="ADAL" clId="{ADEE20CE-C610-42F7-84D7-E91507355080}" dt="2025-06-14T10:38:07.743" v="1198" actId="207"/>
          <ac:spMkLst>
            <pc:docMk/>
            <pc:sldMk cId="1288168657" sldId="349"/>
            <ac:spMk id="4" creationId="{C98BB6A5-6FD0-F54A-79A6-2D69B1B5B605}"/>
          </ac:spMkLst>
        </pc:spChg>
        <pc:spChg chg="mod">
          <ac:chgData name="SHANIA PRICCILIA" userId="28f68feb-2ad7-4195-8423-6eee3405c604" providerId="ADAL" clId="{ADEE20CE-C610-42F7-84D7-E91507355080}" dt="2025-06-14T09:45:33.681" v="1049" actId="20577"/>
          <ac:spMkLst>
            <pc:docMk/>
            <pc:sldMk cId="1288168657" sldId="349"/>
            <ac:spMk id="5" creationId="{A5409B17-152D-5CAB-481E-AECA3E247AFB}"/>
          </ac:spMkLst>
        </pc:spChg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683118197" sldId="352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164903481" sldId="365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1716095985" sldId="366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390168046" sldId="367"/>
        </pc:sldMkLst>
      </pc:sldChg>
      <pc:sldChg chg="del">
        <pc:chgData name="SHANIA PRICCILIA" userId="28f68feb-2ad7-4195-8423-6eee3405c604" providerId="ADAL" clId="{ADEE20CE-C610-42F7-84D7-E91507355080}" dt="2025-06-14T14:59:16.585" v="1299" actId="47"/>
        <pc:sldMkLst>
          <pc:docMk/>
          <pc:sldMk cId="3700504154" sldId="368"/>
        </pc:sldMkLst>
      </pc:sldChg>
      <pc:sldChg chg="del">
        <pc:chgData name="SHANIA PRICCILIA" userId="28f68feb-2ad7-4195-8423-6eee3405c604" providerId="ADAL" clId="{ADEE20CE-C610-42F7-84D7-E91507355080}" dt="2025-06-14T14:59:20.838" v="1302" actId="47"/>
        <pc:sldMkLst>
          <pc:docMk/>
          <pc:sldMk cId="803399806" sldId="369"/>
        </pc:sldMkLst>
      </pc:sldChg>
      <pc:sldChg chg="modSp mod">
        <pc:chgData name="SHANIA PRICCILIA" userId="28f68feb-2ad7-4195-8423-6eee3405c604" providerId="ADAL" clId="{ADEE20CE-C610-42F7-84D7-E91507355080}" dt="2025-06-14T15:13:49.015" v="1481"/>
        <pc:sldMkLst>
          <pc:docMk/>
          <pc:sldMk cId="694380247" sldId="390"/>
        </pc:sldMkLst>
        <pc:spChg chg="mod">
          <ac:chgData name="SHANIA PRICCILIA" userId="28f68feb-2ad7-4195-8423-6eee3405c604" providerId="ADAL" clId="{ADEE20CE-C610-42F7-84D7-E91507355080}" dt="2025-06-14T15:13:49.015" v="1481"/>
          <ac:spMkLst>
            <pc:docMk/>
            <pc:sldMk cId="694380247" sldId="390"/>
            <ac:spMk id="4" creationId="{A3F736EA-6948-CC3C-404C-D901D54C4C03}"/>
          </ac:spMkLst>
        </pc:spChg>
      </pc:sldChg>
      <pc:sldChg chg="del">
        <pc:chgData name="SHANIA PRICCILIA" userId="28f68feb-2ad7-4195-8423-6eee3405c604" providerId="ADAL" clId="{ADEE20CE-C610-42F7-84D7-E91507355080}" dt="2025-06-14T15:13:39.364" v="1480" actId="47"/>
        <pc:sldMkLst>
          <pc:docMk/>
          <pc:sldMk cId="26577216" sldId="392"/>
        </pc:sldMkLst>
      </pc:sldChg>
      <pc:sldChg chg="addSp delSp modSp mod">
        <pc:chgData name="SHANIA PRICCILIA" userId="28f68feb-2ad7-4195-8423-6eee3405c604" providerId="ADAL" clId="{ADEE20CE-C610-42F7-84D7-E91507355080}" dt="2025-06-13T05:31:41.009" v="88" actId="14100"/>
        <pc:sldMkLst>
          <pc:docMk/>
          <pc:sldMk cId="3221571069" sldId="395"/>
        </pc:sldMkLst>
      </pc:sldChg>
      <pc:sldChg chg="addSp modSp mod">
        <pc:chgData name="SHANIA PRICCILIA" userId="28f68feb-2ad7-4195-8423-6eee3405c604" providerId="ADAL" clId="{ADEE20CE-C610-42F7-84D7-E91507355080}" dt="2025-06-14T05:07:59.051" v="443" actId="14100"/>
        <pc:sldMkLst>
          <pc:docMk/>
          <pc:sldMk cId="409205538" sldId="396"/>
        </pc:sldMkLst>
      </pc:sldChg>
      <pc:sldChg chg="addSp modSp mod">
        <pc:chgData name="SHANIA PRICCILIA" userId="28f68feb-2ad7-4195-8423-6eee3405c604" providerId="ADAL" clId="{ADEE20CE-C610-42F7-84D7-E91507355080}" dt="2025-06-14T08:33:59.128" v="623" actId="1076"/>
        <pc:sldMkLst>
          <pc:docMk/>
          <pc:sldMk cId="3443013050" sldId="397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3948086453" sldId="398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696264309" sldId="399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3129293315" sldId="400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593976106" sldId="401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2515440498" sldId="402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4273590214" sldId="403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1178292027" sldId="404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2390363238" sldId="405"/>
        </pc:sldMkLst>
      </pc:sldChg>
      <pc:sldChg chg="del">
        <pc:chgData name="SHANIA PRICCILIA" userId="28f68feb-2ad7-4195-8423-6eee3405c604" providerId="ADAL" clId="{ADEE20CE-C610-42F7-84D7-E91507355080}" dt="2025-06-14T14:59:07.012" v="1296" actId="47"/>
        <pc:sldMkLst>
          <pc:docMk/>
          <pc:sldMk cId="3263777252" sldId="406"/>
        </pc:sldMkLst>
      </pc:sldChg>
      <pc:sldChg chg="del">
        <pc:chgData name="SHANIA PRICCILIA" userId="28f68feb-2ad7-4195-8423-6eee3405c604" providerId="ADAL" clId="{ADEE20CE-C610-42F7-84D7-E91507355080}" dt="2025-06-14T14:59:14.053" v="1297" actId="47"/>
        <pc:sldMkLst>
          <pc:docMk/>
          <pc:sldMk cId="1617631021" sldId="407"/>
        </pc:sldMkLst>
      </pc:sldChg>
      <pc:sldChg chg="del">
        <pc:chgData name="SHANIA PRICCILIA" userId="28f68feb-2ad7-4195-8423-6eee3405c604" providerId="ADAL" clId="{ADEE20CE-C610-42F7-84D7-E91507355080}" dt="2025-06-14T14:59:15.575" v="1298" actId="47"/>
        <pc:sldMkLst>
          <pc:docMk/>
          <pc:sldMk cId="3102509994" sldId="408"/>
        </pc:sldMkLst>
      </pc:sldChg>
      <pc:sldChg chg="del">
        <pc:chgData name="SHANIA PRICCILIA" userId="28f68feb-2ad7-4195-8423-6eee3405c604" providerId="ADAL" clId="{ADEE20CE-C610-42F7-84D7-E91507355080}" dt="2025-06-14T14:59:19.262" v="1301" actId="47"/>
        <pc:sldMkLst>
          <pc:docMk/>
          <pc:sldMk cId="3499547640" sldId="409"/>
        </pc:sldMkLst>
      </pc:sldChg>
      <pc:sldChg chg="del">
        <pc:chgData name="SHANIA PRICCILIA" userId="28f68feb-2ad7-4195-8423-6eee3405c604" providerId="ADAL" clId="{ADEE20CE-C610-42F7-84D7-E91507355080}" dt="2025-06-14T14:59:18.105" v="1300" actId="47"/>
        <pc:sldMkLst>
          <pc:docMk/>
          <pc:sldMk cId="3385033690" sldId="410"/>
        </pc:sldMkLst>
      </pc:sldChg>
      <pc:sldChg chg="del">
        <pc:chgData name="SHANIA PRICCILIA" userId="28f68feb-2ad7-4195-8423-6eee3405c604" providerId="ADAL" clId="{ADEE20CE-C610-42F7-84D7-E91507355080}" dt="2025-06-14T14:59:22.509" v="1303" actId="47"/>
        <pc:sldMkLst>
          <pc:docMk/>
          <pc:sldMk cId="1627699461" sldId="411"/>
        </pc:sldMkLst>
      </pc:sldChg>
      <pc:sldChg chg="del">
        <pc:chgData name="SHANIA PRICCILIA" userId="28f68feb-2ad7-4195-8423-6eee3405c604" providerId="ADAL" clId="{ADEE20CE-C610-42F7-84D7-E91507355080}" dt="2025-06-14T15:13:39.364" v="1480" actId="47"/>
        <pc:sldMkLst>
          <pc:docMk/>
          <pc:sldMk cId="308260660" sldId="412"/>
        </pc:sldMkLst>
      </pc:sldChg>
      <pc:sldChg chg="del">
        <pc:chgData name="SHANIA PRICCILIA" userId="28f68feb-2ad7-4195-8423-6eee3405c604" providerId="ADAL" clId="{ADEE20CE-C610-42F7-84D7-E91507355080}" dt="2025-06-14T15:13:39.364" v="1480" actId="47"/>
        <pc:sldMkLst>
          <pc:docMk/>
          <pc:sldMk cId="3391772087" sldId="413"/>
        </pc:sldMkLst>
      </pc:sldChg>
      <pc:sldChg chg="addSp delSp modSp add del mod">
        <pc:chgData name="SHANIA PRICCILIA" userId="28f68feb-2ad7-4195-8423-6eee3405c604" providerId="ADAL" clId="{ADEE20CE-C610-42F7-84D7-E91507355080}" dt="2025-06-13T05:39:32.145" v="159" actId="47"/>
        <pc:sldMkLst>
          <pc:docMk/>
          <pc:sldMk cId="4038719002" sldId="414"/>
        </pc:sldMkLst>
      </pc:sldChg>
      <pc:sldChg chg="modSp add mod ord">
        <pc:chgData name="SHANIA PRICCILIA" userId="28f68feb-2ad7-4195-8423-6eee3405c604" providerId="ADAL" clId="{ADEE20CE-C610-42F7-84D7-E91507355080}" dt="2025-06-13T10:55:14.549" v="225" actId="113"/>
        <pc:sldMkLst>
          <pc:docMk/>
          <pc:sldMk cId="3310647891" sldId="415"/>
        </pc:sldMkLst>
      </pc:sldChg>
      <pc:sldChg chg="delSp modSp add mod">
        <pc:chgData name="SHANIA PRICCILIA" userId="28f68feb-2ad7-4195-8423-6eee3405c604" providerId="ADAL" clId="{ADEE20CE-C610-42F7-84D7-E91507355080}" dt="2025-06-13T10:55:08.477" v="223" actId="113"/>
        <pc:sldMkLst>
          <pc:docMk/>
          <pc:sldMk cId="555739090" sldId="416"/>
        </pc:sldMkLst>
      </pc:sldChg>
      <pc:sldChg chg="addSp delSp modSp add mod">
        <pc:chgData name="SHANIA PRICCILIA" userId="28f68feb-2ad7-4195-8423-6eee3405c604" providerId="ADAL" clId="{ADEE20CE-C610-42F7-84D7-E91507355080}" dt="2025-06-14T08:44:36.763" v="822" actId="20577"/>
        <pc:sldMkLst>
          <pc:docMk/>
          <pc:sldMk cId="1273842901" sldId="417"/>
        </pc:sldMkLst>
      </pc:sldChg>
      <pc:sldChg chg="modSp add mod">
        <pc:chgData name="SHANIA PRICCILIA" userId="28f68feb-2ad7-4195-8423-6eee3405c604" providerId="ADAL" clId="{ADEE20CE-C610-42F7-84D7-E91507355080}" dt="2025-06-13T10:55:45.857" v="228" actId="20577"/>
        <pc:sldMkLst>
          <pc:docMk/>
          <pc:sldMk cId="3505766951" sldId="418"/>
        </pc:sldMkLst>
      </pc:sldChg>
      <pc:sldChg chg="addSp modSp add mod">
        <pc:chgData name="SHANIA PRICCILIA" userId="28f68feb-2ad7-4195-8423-6eee3405c604" providerId="ADAL" clId="{ADEE20CE-C610-42F7-84D7-E91507355080}" dt="2025-06-13T10:59:18.369" v="256" actId="1076"/>
        <pc:sldMkLst>
          <pc:docMk/>
          <pc:sldMk cId="1853442885" sldId="419"/>
        </pc:sldMkLst>
      </pc:sldChg>
      <pc:sldChg chg="addSp delSp modSp add mod">
        <pc:chgData name="SHANIA PRICCILIA" userId="28f68feb-2ad7-4195-8423-6eee3405c604" providerId="ADAL" clId="{ADEE20CE-C610-42F7-84D7-E91507355080}" dt="2025-06-13T11:10:50.930" v="287" actId="113"/>
        <pc:sldMkLst>
          <pc:docMk/>
          <pc:sldMk cId="2582820796" sldId="420"/>
        </pc:sldMkLst>
      </pc:sldChg>
      <pc:sldChg chg="addSp delSp modSp add mod">
        <pc:chgData name="SHANIA PRICCILIA" userId="28f68feb-2ad7-4195-8423-6eee3405c604" providerId="ADAL" clId="{ADEE20CE-C610-42F7-84D7-E91507355080}" dt="2025-06-13T11:26:36.916" v="381"/>
        <pc:sldMkLst>
          <pc:docMk/>
          <pc:sldMk cId="207807397" sldId="421"/>
        </pc:sldMkLst>
      </pc:sldChg>
      <pc:sldChg chg="addSp delSp modSp add del mod">
        <pc:chgData name="SHANIA PRICCILIA" userId="28f68feb-2ad7-4195-8423-6eee3405c604" providerId="ADAL" clId="{ADEE20CE-C610-42F7-84D7-E91507355080}" dt="2025-06-14T06:24:32.838" v="564" actId="2696"/>
        <pc:sldMkLst>
          <pc:docMk/>
          <pc:sldMk cId="1514776499" sldId="422"/>
        </pc:sldMkLst>
      </pc:sldChg>
      <pc:sldChg chg="delSp modSp add mod">
        <pc:chgData name="SHANIA PRICCILIA" userId="28f68feb-2ad7-4195-8423-6eee3405c604" providerId="ADAL" clId="{ADEE20CE-C610-42F7-84D7-E91507355080}" dt="2025-06-14T06:22:57.424" v="509" actId="113"/>
        <pc:sldMkLst>
          <pc:docMk/>
          <pc:sldMk cId="3521437550" sldId="423"/>
        </pc:sldMkLst>
      </pc:sldChg>
      <pc:sldChg chg="modSp add mod">
        <pc:chgData name="SHANIA PRICCILIA" userId="28f68feb-2ad7-4195-8423-6eee3405c604" providerId="ADAL" clId="{ADEE20CE-C610-42F7-84D7-E91507355080}" dt="2025-06-14T06:23:55.465" v="562" actId="20577"/>
        <pc:sldMkLst>
          <pc:docMk/>
          <pc:sldMk cId="3881936262" sldId="424"/>
        </pc:sldMkLst>
      </pc:sldChg>
      <pc:sldChg chg="addSp delSp modSp add mod">
        <pc:chgData name="SHANIA PRICCILIA" userId="28f68feb-2ad7-4195-8423-6eee3405c604" providerId="ADAL" clId="{ADEE20CE-C610-42F7-84D7-E91507355080}" dt="2025-06-14T08:34:09.808" v="625" actId="403"/>
        <pc:sldMkLst>
          <pc:docMk/>
          <pc:sldMk cId="2341044594" sldId="425"/>
        </pc:sldMkLst>
      </pc:sldChg>
      <pc:sldChg chg="addSp delSp modSp add mod">
        <pc:chgData name="SHANIA PRICCILIA" userId="28f68feb-2ad7-4195-8423-6eee3405c604" providerId="ADAL" clId="{ADEE20CE-C610-42F7-84D7-E91507355080}" dt="2025-06-14T08:34:56.472" v="638" actId="14100"/>
        <pc:sldMkLst>
          <pc:docMk/>
          <pc:sldMk cId="2833299820" sldId="426"/>
        </pc:sldMkLst>
      </pc:sldChg>
      <pc:sldChg chg="addSp delSp modSp add del mod">
        <pc:chgData name="SHANIA PRICCILIA" userId="28f68feb-2ad7-4195-8423-6eee3405c604" providerId="ADAL" clId="{ADEE20CE-C610-42F7-84D7-E91507355080}" dt="2025-06-14T08:47:35.618" v="865" actId="14100"/>
        <pc:sldMkLst>
          <pc:docMk/>
          <pc:sldMk cId="1479574644" sldId="427"/>
        </pc:sldMkLst>
      </pc:sldChg>
      <pc:sldChg chg="addSp delSp modSp add mod">
        <pc:chgData name="SHANIA PRICCILIA" userId="28f68feb-2ad7-4195-8423-6eee3405c604" providerId="ADAL" clId="{ADEE20CE-C610-42F7-84D7-E91507355080}" dt="2025-06-14T10:31:29.270" v="1162" actId="20577"/>
        <pc:sldMkLst>
          <pc:docMk/>
          <pc:sldMk cId="1069866083" sldId="428"/>
        </pc:sldMkLst>
        <pc:spChg chg="mod">
          <ac:chgData name="SHANIA PRICCILIA" userId="28f68feb-2ad7-4195-8423-6eee3405c604" providerId="ADAL" clId="{ADEE20CE-C610-42F7-84D7-E91507355080}" dt="2025-06-14T10:31:29.270" v="1162" actId="20577"/>
          <ac:spMkLst>
            <pc:docMk/>
            <pc:sldMk cId="1069866083" sldId="428"/>
            <ac:spMk id="5" creationId="{3037C1B8-2251-FE99-C319-673623382282}"/>
          </ac:spMkLst>
        </pc:spChg>
        <pc:spChg chg="add mod">
          <ac:chgData name="SHANIA PRICCILIA" userId="28f68feb-2ad7-4195-8423-6eee3405c604" providerId="ADAL" clId="{ADEE20CE-C610-42F7-84D7-E91507355080}" dt="2025-06-14T10:26:56.166" v="1141"/>
          <ac:spMkLst>
            <pc:docMk/>
            <pc:sldMk cId="1069866083" sldId="428"/>
            <ac:spMk id="8" creationId="{2FD566BE-C82F-BE83-D5CC-046FEB37E58D}"/>
          </ac:spMkLst>
        </pc:spChg>
      </pc:sldChg>
      <pc:sldChg chg="addSp delSp modSp add del mod ord">
        <pc:chgData name="SHANIA PRICCILIA" userId="28f68feb-2ad7-4195-8423-6eee3405c604" providerId="ADAL" clId="{ADEE20CE-C610-42F7-84D7-E91507355080}" dt="2025-06-14T09:29:04.308" v="1034" actId="2696"/>
        <pc:sldMkLst>
          <pc:docMk/>
          <pc:sldMk cId="2468850122" sldId="428"/>
        </pc:sldMkLst>
      </pc:sldChg>
      <pc:sldChg chg="modSp add mod ord">
        <pc:chgData name="SHANIA PRICCILIA" userId="28f68feb-2ad7-4195-8423-6eee3405c604" providerId="ADAL" clId="{ADEE20CE-C610-42F7-84D7-E91507355080}" dt="2025-06-14T10:38:16.814" v="1199" actId="207"/>
        <pc:sldMkLst>
          <pc:docMk/>
          <pc:sldMk cId="959896851" sldId="429"/>
        </pc:sldMkLst>
        <pc:spChg chg="mod">
          <ac:chgData name="SHANIA PRICCILIA" userId="28f68feb-2ad7-4195-8423-6eee3405c604" providerId="ADAL" clId="{ADEE20CE-C610-42F7-84D7-E91507355080}" dt="2025-06-14T10:36:43.963" v="1176" actId="20577"/>
          <ac:spMkLst>
            <pc:docMk/>
            <pc:sldMk cId="959896851" sldId="429"/>
            <ac:spMk id="2" creationId="{B09F2B7A-C058-C129-37D0-817491B3A548}"/>
          </ac:spMkLst>
        </pc:spChg>
        <pc:spChg chg="mod">
          <ac:chgData name="SHANIA PRICCILIA" userId="28f68feb-2ad7-4195-8423-6eee3405c604" providerId="ADAL" clId="{ADEE20CE-C610-42F7-84D7-E91507355080}" dt="2025-06-14T10:38:16.814" v="1199" actId="207"/>
          <ac:spMkLst>
            <pc:docMk/>
            <pc:sldMk cId="959896851" sldId="429"/>
            <ac:spMk id="4" creationId="{3A1A18BD-D005-036D-7C1C-DCF86080DFC8}"/>
          </ac:spMkLst>
        </pc:spChg>
      </pc:sldChg>
      <pc:sldChg chg="addSp delSp modSp add mod ord">
        <pc:chgData name="SHANIA PRICCILIA" userId="28f68feb-2ad7-4195-8423-6eee3405c604" providerId="ADAL" clId="{ADEE20CE-C610-42F7-84D7-E91507355080}" dt="2025-06-14T10:43:59.722" v="1237" actId="1076"/>
        <pc:sldMkLst>
          <pc:docMk/>
          <pc:sldMk cId="1068755758" sldId="430"/>
        </pc:sldMkLst>
      </pc:sldChg>
      <pc:sldChg chg="add del">
        <pc:chgData name="SHANIA PRICCILIA" userId="28f68feb-2ad7-4195-8423-6eee3405c604" providerId="ADAL" clId="{ADEE20CE-C610-42F7-84D7-E91507355080}" dt="2025-06-14T14:53:45.395" v="1240" actId="47"/>
        <pc:sldMkLst>
          <pc:docMk/>
          <pc:sldMk cId="2945942533" sldId="431"/>
        </pc:sldMkLst>
      </pc:sldChg>
      <pc:sldChg chg="addSp delSp modSp add mod">
        <pc:chgData name="SHANIA PRICCILIA" userId="28f68feb-2ad7-4195-8423-6eee3405c604" providerId="ADAL" clId="{ADEE20CE-C610-42F7-84D7-E91507355080}" dt="2025-06-14T14:58:32.138" v="1295" actId="1076"/>
        <pc:sldMkLst>
          <pc:docMk/>
          <pc:sldMk cId="2421933817" sldId="432"/>
        </pc:sldMkLst>
      </pc:sldChg>
      <pc:sldChg chg="addSp modSp add mod">
        <pc:chgData name="SHANIA PRICCILIA" userId="28f68feb-2ad7-4195-8423-6eee3405c604" providerId="ADAL" clId="{ADEE20CE-C610-42F7-84D7-E91507355080}" dt="2025-06-14T15:02:25.233" v="1343" actId="1076"/>
        <pc:sldMkLst>
          <pc:docMk/>
          <pc:sldMk cId="969322030" sldId="433"/>
        </pc:sldMkLst>
        <pc:spChg chg="add mod">
          <ac:chgData name="SHANIA PRICCILIA" userId="28f68feb-2ad7-4195-8423-6eee3405c604" providerId="ADAL" clId="{ADEE20CE-C610-42F7-84D7-E91507355080}" dt="2025-06-14T15:02:25.233" v="1343" actId="1076"/>
          <ac:spMkLst>
            <pc:docMk/>
            <pc:sldMk cId="969322030" sldId="433"/>
            <ac:spMk id="3" creationId="{1F671635-BB34-55D5-2ADF-FBDD96F4A16B}"/>
          </ac:spMkLst>
        </pc:spChg>
        <pc:spChg chg="mod">
          <ac:chgData name="SHANIA PRICCILIA" userId="28f68feb-2ad7-4195-8423-6eee3405c604" providerId="ADAL" clId="{ADEE20CE-C610-42F7-84D7-E91507355080}" dt="2025-06-14T15:02:02.245" v="1338" actId="20577"/>
          <ac:spMkLst>
            <pc:docMk/>
            <pc:sldMk cId="969322030" sldId="433"/>
            <ac:spMk id="4" creationId="{9EDA44E4-A9EB-F823-C81C-1C13969224C6}"/>
          </ac:spMkLst>
        </pc:spChg>
      </pc:sldChg>
      <pc:sldChg chg="addSp modSp add mod">
        <pc:chgData name="SHANIA PRICCILIA" userId="28f68feb-2ad7-4195-8423-6eee3405c604" providerId="ADAL" clId="{ADEE20CE-C610-42F7-84D7-E91507355080}" dt="2025-06-14T15:13:27.262" v="1477" actId="20577"/>
        <pc:sldMkLst>
          <pc:docMk/>
          <pc:sldMk cId="2348657055" sldId="434"/>
        </pc:sldMkLst>
        <pc:spChg chg="mod">
          <ac:chgData name="SHANIA PRICCILIA" userId="28f68feb-2ad7-4195-8423-6eee3405c604" providerId="ADAL" clId="{ADEE20CE-C610-42F7-84D7-E91507355080}" dt="2025-06-14T15:13:27.262" v="1477" actId="20577"/>
          <ac:spMkLst>
            <pc:docMk/>
            <pc:sldMk cId="2348657055" sldId="434"/>
            <ac:spMk id="4" creationId="{58662A81-E16A-DFF1-5288-4A9AD421F943}"/>
          </ac:spMkLst>
        </pc:spChg>
      </pc:sldChg>
      <pc:sldChg chg="add del">
        <pc:chgData name="SHANIA PRICCILIA" userId="28f68feb-2ad7-4195-8423-6eee3405c604" providerId="ADAL" clId="{ADEE20CE-C610-42F7-84D7-E91507355080}" dt="2025-06-14T15:10:14.872" v="1439" actId="2890"/>
        <pc:sldMkLst>
          <pc:docMk/>
          <pc:sldMk cId="497253621" sldId="435"/>
        </pc:sldMkLst>
      </pc:sldChg>
      <pc:sldChg chg="modSp add mod ord">
        <pc:chgData name="SHANIA PRICCILIA" userId="28f68feb-2ad7-4195-8423-6eee3405c604" providerId="ADAL" clId="{ADEE20CE-C610-42F7-84D7-E91507355080}" dt="2025-06-14T15:13:31.252" v="1478" actId="20577"/>
        <pc:sldMkLst>
          <pc:docMk/>
          <pc:sldMk cId="877612379" sldId="435"/>
        </pc:sldMkLst>
      </pc:sldChg>
      <pc:sldChg chg="addSp delSp modSp add mod">
        <pc:chgData name="SHANIA PRICCILIA" userId="28f68feb-2ad7-4195-8423-6eee3405c604" providerId="ADAL" clId="{ADEE20CE-C610-42F7-84D7-E91507355080}" dt="2025-06-14T15:13:34.205" v="1479" actId="20577"/>
        <pc:sldMkLst>
          <pc:docMk/>
          <pc:sldMk cId="457145765" sldId="436"/>
        </pc:sldMkLst>
      </pc:sldChg>
    </pc:docChg>
  </pc:docChgLst>
  <pc:docChgLst>
    <pc:chgData name="SHANIA PRICCILIA" userId="28f68feb-2ad7-4195-8423-6eee3405c604" providerId="ADAL" clId="{82628CBF-6481-4E94-A214-87D36D7D6873}"/>
    <pc:docChg chg="undo custSel addSld delSld modSld sldOrd">
      <pc:chgData name="SHANIA PRICCILIA" userId="28f68feb-2ad7-4195-8423-6eee3405c604" providerId="ADAL" clId="{82628CBF-6481-4E94-A214-87D36D7D6873}" dt="2025-06-09T17:16:04.587" v="579" actId="20577"/>
      <pc:docMkLst>
        <pc:docMk/>
      </pc:docMkLst>
      <pc:sldChg chg="modSp mod">
        <pc:chgData name="SHANIA PRICCILIA" userId="28f68feb-2ad7-4195-8423-6eee3405c604" providerId="ADAL" clId="{82628CBF-6481-4E94-A214-87D36D7D6873}" dt="2025-06-09T08:48:27.265" v="6" actId="20577"/>
        <pc:sldMkLst>
          <pc:docMk/>
          <pc:sldMk cId="4105662268" sldId="259"/>
        </pc:sldMkLst>
        <pc:spChg chg="mod">
          <ac:chgData name="SHANIA PRICCILIA" userId="28f68feb-2ad7-4195-8423-6eee3405c604" providerId="ADAL" clId="{82628CBF-6481-4E94-A214-87D36D7D6873}" dt="2025-06-09T08:48:27.265" v="6" actId="20577"/>
          <ac:spMkLst>
            <pc:docMk/>
            <pc:sldMk cId="4105662268" sldId="259"/>
            <ac:spMk id="3" creationId="{2F63D14B-FD76-D22A-48FE-7092D41FE3E9}"/>
          </ac:spMkLst>
        </pc:spChg>
      </pc:sldChg>
      <pc:sldChg chg="modSp mod">
        <pc:chgData name="SHANIA PRICCILIA" userId="28f68feb-2ad7-4195-8423-6eee3405c604" providerId="ADAL" clId="{82628CBF-6481-4E94-A214-87D36D7D6873}" dt="2025-06-09T17:16:04.587" v="579" actId="20577"/>
        <pc:sldMkLst>
          <pc:docMk/>
          <pc:sldMk cId="3376909363" sldId="287"/>
        </pc:sldMkLst>
        <pc:spChg chg="mod">
          <ac:chgData name="SHANIA PRICCILIA" userId="28f68feb-2ad7-4195-8423-6eee3405c604" providerId="ADAL" clId="{82628CBF-6481-4E94-A214-87D36D7D6873}" dt="2025-06-09T17:16:04.587" v="579" actId="20577"/>
          <ac:spMkLst>
            <pc:docMk/>
            <pc:sldMk cId="3376909363" sldId="287"/>
            <ac:spMk id="13" creationId="{FC637192-B017-8920-94C9-2C0A55F44F6B}"/>
          </ac:spMkLst>
        </pc:spChg>
      </pc:sldChg>
      <pc:sldChg chg="delSp modSp mod">
        <pc:chgData name="SHANIA PRICCILIA" userId="28f68feb-2ad7-4195-8423-6eee3405c604" providerId="ADAL" clId="{82628CBF-6481-4E94-A214-87D36D7D6873}" dt="2025-06-09T16:56:18.492" v="449" actId="6549"/>
        <pc:sldMkLst>
          <pc:docMk/>
          <pc:sldMk cId="2125174800" sldId="333"/>
        </pc:sldMkLst>
        <pc:spChg chg="mod">
          <ac:chgData name="SHANIA PRICCILIA" userId="28f68feb-2ad7-4195-8423-6eee3405c604" providerId="ADAL" clId="{82628CBF-6481-4E94-A214-87D36D7D6873}" dt="2025-06-09T16:56:18.492" v="449" actId="6549"/>
          <ac:spMkLst>
            <pc:docMk/>
            <pc:sldMk cId="2125174800" sldId="333"/>
            <ac:spMk id="4" creationId="{E80C4902-46C4-1E95-FE4D-EA683502FD99}"/>
          </ac:spMkLst>
        </pc:spChg>
      </pc:sldChg>
      <pc:sldChg chg="modSp mod">
        <pc:chgData name="SHANIA PRICCILIA" userId="28f68feb-2ad7-4195-8423-6eee3405c604" providerId="ADAL" clId="{82628CBF-6481-4E94-A214-87D36D7D6873}" dt="2025-06-09T08:49:26.871" v="36" actId="20577"/>
        <pc:sldMkLst>
          <pc:docMk/>
          <pc:sldMk cId="1716095985" sldId="366"/>
        </pc:sldMkLst>
      </pc:sldChg>
      <pc:sldChg chg="addSp delSp modSp mod">
        <pc:chgData name="SHANIA PRICCILIA" userId="28f68feb-2ad7-4195-8423-6eee3405c604" providerId="ADAL" clId="{82628CBF-6481-4E94-A214-87D36D7D6873}" dt="2025-06-09T09:34:40.228" v="293" actId="20577"/>
        <pc:sldMkLst>
          <pc:docMk/>
          <pc:sldMk cId="803399806" sldId="369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4056786384" sldId="370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578472866" sldId="371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12524032" sldId="373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931679586" sldId="374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3075557937" sldId="375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2354402801" sldId="376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2020080599" sldId="377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33874416" sldId="378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4220902547" sldId="379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013816442" sldId="380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2065229291" sldId="381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3074427970" sldId="382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3155622403" sldId="383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612035401" sldId="385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3562817498" sldId="386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217161522" sldId="387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068690720" sldId="388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1010278789" sldId="389"/>
        </pc:sldMkLst>
      </pc:sldChg>
      <pc:sldChg chg="modSp mod">
        <pc:chgData name="SHANIA PRICCILIA" userId="28f68feb-2ad7-4195-8423-6eee3405c604" providerId="ADAL" clId="{82628CBF-6481-4E94-A214-87D36D7D6873}" dt="2025-06-09T17:15:29.021" v="574" actId="12"/>
        <pc:sldMkLst>
          <pc:docMk/>
          <pc:sldMk cId="694380247" sldId="390"/>
        </pc:sldMkLst>
        <pc:spChg chg="mod">
          <ac:chgData name="SHANIA PRICCILIA" userId="28f68feb-2ad7-4195-8423-6eee3405c604" providerId="ADAL" clId="{82628CBF-6481-4E94-A214-87D36D7D6873}" dt="2025-06-09T17:15:29.021" v="574" actId="12"/>
          <ac:spMkLst>
            <pc:docMk/>
            <pc:sldMk cId="694380247" sldId="390"/>
            <ac:spMk id="4" creationId="{A3F736EA-6948-CC3C-404C-D901D54C4C03}"/>
          </ac:spMkLst>
        </pc:spChg>
      </pc:sldChg>
      <pc:sldChg chg="del">
        <pc:chgData name="SHANIA PRICCILIA" userId="28f68feb-2ad7-4195-8423-6eee3405c604" providerId="ADAL" clId="{82628CBF-6481-4E94-A214-87D36D7D6873}" dt="2025-06-09T16:58:32.687" v="489" actId="47"/>
        <pc:sldMkLst>
          <pc:docMk/>
          <pc:sldMk cId="766404667" sldId="391"/>
        </pc:sldMkLst>
      </pc:sldChg>
      <pc:sldChg chg="addSp modSp mod">
        <pc:chgData name="SHANIA PRICCILIA" userId="28f68feb-2ad7-4195-8423-6eee3405c604" providerId="ADAL" clId="{82628CBF-6481-4E94-A214-87D36D7D6873}" dt="2025-06-09T17:14:28.283" v="563" actId="20577"/>
        <pc:sldMkLst>
          <pc:docMk/>
          <pc:sldMk cId="26577216" sldId="392"/>
        </pc:sldMkLst>
      </pc:sldChg>
      <pc:sldChg chg="del ord">
        <pc:chgData name="SHANIA PRICCILIA" userId="28f68feb-2ad7-4195-8423-6eee3405c604" providerId="ADAL" clId="{82628CBF-6481-4E94-A214-87D36D7D6873}" dt="2025-06-09T17:14:16.755" v="561" actId="2696"/>
        <pc:sldMkLst>
          <pc:docMk/>
          <pc:sldMk cId="3946212072" sldId="393"/>
        </pc:sldMkLst>
      </pc:sldChg>
      <pc:sldChg chg="del">
        <pc:chgData name="SHANIA PRICCILIA" userId="28f68feb-2ad7-4195-8423-6eee3405c604" providerId="ADAL" clId="{82628CBF-6481-4E94-A214-87D36D7D6873}" dt="2025-06-09T09:51:55.307" v="429" actId="47"/>
        <pc:sldMkLst>
          <pc:docMk/>
          <pc:sldMk cId="952783278" sldId="394"/>
        </pc:sldMkLst>
      </pc:sldChg>
      <pc:sldChg chg="modSp mod">
        <pc:chgData name="SHANIA PRICCILIA" userId="28f68feb-2ad7-4195-8423-6eee3405c604" providerId="ADAL" clId="{82628CBF-6481-4E94-A214-87D36D7D6873}" dt="2025-06-09T08:48:48.601" v="8" actId="20577"/>
        <pc:sldMkLst>
          <pc:docMk/>
          <pc:sldMk cId="2515440498" sldId="402"/>
        </pc:sldMkLst>
      </pc:sldChg>
      <pc:sldChg chg="modSp mod">
        <pc:chgData name="SHANIA PRICCILIA" userId="28f68feb-2ad7-4195-8423-6eee3405c604" providerId="ADAL" clId="{82628CBF-6481-4E94-A214-87D36D7D6873}" dt="2025-06-09T08:50:10.871" v="44" actId="179"/>
        <pc:sldMkLst>
          <pc:docMk/>
          <pc:sldMk cId="3263777252" sldId="406"/>
        </pc:sldMkLst>
      </pc:sldChg>
      <pc:sldChg chg="modSp mod">
        <pc:chgData name="SHANIA PRICCILIA" userId="28f68feb-2ad7-4195-8423-6eee3405c604" providerId="ADAL" clId="{82628CBF-6481-4E94-A214-87D36D7D6873}" dt="2025-06-09T08:50:25.164" v="47" actId="27636"/>
        <pc:sldMkLst>
          <pc:docMk/>
          <pc:sldMk cId="1617631021" sldId="407"/>
        </pc:sldMkLst>
      </pc:sldChg>
      <pc:sldChg chg="addSp delSp modSp mod">
        <pc:chgData name="SHANIA PRICCILIA" userId="28f68feb-2ad7-4195-8423-6eee3405c604" providerId="ADAL" clId="{82628CBF-6481-4E94-A214-87D36D7D6873}" dt="2025-06-09T09:06:24.518" v="142" actId="113"/>
        <pc:sldMkLst>
          <pc:docMk/>
          <pc:sldMk cId="3499547640" sldId="409"/>
        </pc:sldMkLst>
      </pc:sldChg>
      <pc:sldChg chg="modSp mod ord">
        <pc:chgData name="SHANIA PRICCILIA" userId="28f68feb-2ad7-4195-8423-6eee3405c604" providerId="ADAL" clId="{82628CBF-6481-4E94-A214-87D36D7D6873}" dt="2025-06-09T08:53:38.726" v="61"/>
        <pc:sldMkLst>
          <pc:docMk/>
          <pc:sldMk cId="3385033690" sldId="410"/>
        </pc:sldMkLst>
      </pc:sldChg>
      <pc:sldChg chg="addSp delSp modSp add mod ord">
        <pc:chgData name="SHANIA PRICCILIA" userId="28f68feb-2ad7-4195-8423-6eee3405c604" providerId="ADAL" clId="{82628CBF-6481-4E94-A214-87D36D7D6873}" dt="2025-06-09T09:51:27.360" v="428"/>
        <pc:sldMkLst>
          <pc:docMk/>
          <pc:sldMk cId="1627699461" sldId="411"/>
        </pc:sldMkLst>
      </pc:sldChg>
      <pc:sldChg chg="addSp modSp add mod">
        <pc:chgData name="SHANIA PRICCILIA" userId="28f68feb-2ad7-4195-8423-6eee3405c604" providerId="ADAL" clId="{82628CBF-6481-4E94-A214-87D36D7D6873}" dt="2025-06-09T16:57:39.564" v="486" actId="12"/>
        <pc:sldMkLst>
          <pc:docMk/>
          <pc:sldMk cId="308260660" sldId="412"/>
        </pc:sldMkLst>
      </pc:sldChg>
      <pc:sldChg chg="addSp delSp modSp add mod">
        <pc:chgData name="SHANIA PRICCILIA" userId="28f68feb-2ad7-4195-8423-6eee3405c604" providerId="ADAL" clId="{82628CBF-6481-4E94-A214-87D36D7D6873}" dt="2025-06-09T17:15:02.057" v="569" actId="14100"/>
        <pc:sldMkLst>
          <pc:docMk/>
          <pc:sldMk cId="3391772087" sldId="413"/>
        </pc:sldMkLst>
      </pc:sldChg>
    </pc:docChg>
  </pc:docChgLst>
  <pc:docChgLst>
    <pc:chgData name="Shania Priccilia" userId="c4dd4a50-8335-4e39-a119-dc5e413d78e9" providerId="ADAL" clId="{FD0DBB28-69F9-2540-9B75-92512F1AED41}"/>
    <pc:docChg chg="undo redo custSel addSld delSld modSld sldOrd">
      <pc:chgData name="Shania Priccilia" userId="c4dd4a50-8335-4e39-a119-dc5e413d78e9" providerId="ADAL" clId="{FD0DBB28-69F9-2540-9B75-92512F1AED41}" dt="2025-06-22T11:10:02.577" v="556" actId="2711"/>
      <pc:docMkLst>
        <pc:docMk/>
      </pc:docMkLst>
      <pc:sldChg chg="del">
        <pc:chgData name="Shania Priccilia" userId="c4dd4a50-8335-4e39-a119-dc5e413d78e9" providerId="ADAL" clId="{FD0DBB28-69F9-2540-9B75-92512F1AED41}" dt="2025-06-18T06:38:09.962" v="258" actId="2696"/>
        <pc:sldMkLst>
          <pc:docMk/>
          <pc:sldMk cId="1571411344" sldId="308"/>
        </pc:sldMkLst>
      </pc:sldChg>
      <pc:sldChg chg="modSp mod">
        <pc:chgData name="Shania Priccilia" userId="c4dd4a50-8335-4e39-a119-dc5e413d78e9" providerId="ADAL" clId="{FD0DBB28-69F9-2540-9B75-92512F1AED41}" dt="2025-06-18T06:48:18.354" v="352" actId="14100"/>
        <pc:sldMkLst>
          <pc:docMk/>
          <pc:sldMk cId="1288168657" sldId="349"/>
        </pc:sldMkLst>
        <pc:spChg chg="mod">
          <ac:chgData name="Shania Priccilia" userId="c4dd4a50-8335-4e39-a119-dc5e413d78e9" providerId="ADAL" clId="{FD0DBB28-69F9-2540-9B75-92512F1AED41}" dt="2025-06-18T06:38:27.179" v="259"/>
          <ac:spMkLst>
            <pc:docMk/>
            <pc:sldMk cId="1288168657" sldId="349"/>
            <ac:spMk id="2" creationId="{37830DCA-2DD1-1C75-B7A6-27C249AE32C2}"/>
          </ac:spMkLst>
        </pc:spChg>
        <pc:spChg chg="mod">
          <ac:chgData name="Shania Priccilia" userId="c4dd4a50-8335-4e39-a119-dc5e413d78e9" providerId="ADAL" clId="{FD0DBB28-69F9-2540-9B75-92512F1AED41}" dt="2025-06-18T06:48:18.354" v="352" actId="14100"/>
          <ac:spMkLst>
            <pc:docMk/>
            <pc:sldMk cId="1288168657" sldId="349"/>
            <ac:spMk id="4" creationId="{C98BB6A5-6FD0-F54A-79A6-2D69B1B5B605}"/>
          </ac:spMkLst>
        </pc:spChg>
      </pc:sldChg>
      <pc:sldChg chg="del">
        <pc:chgData name="Shania Priccilia" userId="c4dd4a50-8335-4e39-a119-dc5e413d78e9" providerId="ADAL" clId="{FD0DBB28-69F9-2540-9B75-92512F1AED41}" dt="2025-06-18T06:37:53.513" v="257" actId="2696"/>
        <pc:sldMkLst>
          <pc:docMk/>
          <pc:sldMk cId="3221571069" sldId="395"/>
        </pc:sldMkLst>
      </pc:sldChg>
      <pc:sldChg chg="del">
        <pc:chgData name="Shania Priccilia" userId="c4dd4a50-8335-4e39-a119-dc5e413d78e9" providerId="ADAL" clId="{FD0DBB28-69F9-2540-9B75-92512F1AED41}" dt="2025-06-18T06:38:09.962" v="258" actId="2696"/>
        <pc:sldMkLst>
          <pc:docMk/>
          <pc:sldMk cId="409205538" sldId="396"/>
        </pc:sldMkLst>
      </pc:sldChg>
      <pc:sldChg chg="del">
        <pc:chgData name="Shania Priccilia" userId="c4dd4a50-8335-4e39-a119-dc5e413d78e9" providerId="ADAL" clId="{FD0DBB28-69F9-2540-9B75-92512F1AED41}" dt="2025-06-18T06:38:09.962" v="258" actId="2696"/>
        <pc:sldMkLst>
          <pc:docMk/>
          <pc:sldMk cId="3443013050" sldId="397"/>
        </pc:sldMkLst>
      </pc:sldChg>
      <pc:sldChg chg="del">
        <pc:chgData name="Shania Priccilia" userId="c4dd4a50-8335-4e39-a119-dc5e413d78e9" providerId="ADAL" clId="{FD0DBB28-69F9-2540-9B75-92512F1AED41}" dt="2025-06-18T06:38:09.962" v="258" actId="2696"/>
        <pc:sldMkLst>
          <pc:docMk/>
          <pc:sldMk cId="3310647891" sldId="415"/>
        </pc:sldMkLst>
      </pc:sldChg>
      <pc:sldChg chg="del">
        <pc:chgData name="Shania Priccilia" userId="c4dd4a50-8335-4e39-a119-dc5e413d78e9" providerId="ADAL" clId="{FD0DBB28-69F9-2540-9B75-92512F1AED41}" dt="2025-06-18T06:38:09.962" v="258" actId="2696"/>
        <pc:sldMkLst>
          <pc:docMk/>
          <pc:sldMk cId="555739090" sldId="416"/>
        </pc:sldMkLst>
      </pc:sldChg>
      <pc:sldChg chg="del">
        <pc:chgData name="Shania Priccilia" userId="c4dd4a50-8335-4e39-a119-dc5e413d78e9" providerId="ADAL" clId="{FD0DBB28-69F9-2540-9B75-92512F1AED41}" dt="2025-06-18T06:38:09.962" v="258" actId="2696"/>
        <pc:sldMkLst>
          <pc:docMk/>
          <pc:sldMk cId="1273842901" sldId="417"/>
        </pc:sldMkLst>
      </pc:sldChg>
      <pc:sldChg chg="del">
        <pc:chgData name="Shania Priccilia" userId="c4dd4a50-8335-4e39-a119-dc5e413d78e9" providerId="ADAL" clId="{FD0DBB28-69F9-2540-9B75-92512F1AED41}" dt="2025-06-18T06:38:09.962" v="258" actId="2696"/>
        <pc:sldMkLst>
          <pc:docMk/>
          <pc:sldMk cId="3505766951" sldId="418"/>
        </pc:sldMkLst>
      </pc:sldChg>
      <pc:sldChg chg="del">
        <pc:chgData name="Shania Priccilia" userId="c4dd4a50-8335-4e39-a119-dc5e413d78e9" providerId="ADAL" clId="{FD0DBB28-69F9-2540-9B75-92512F1AED41}" dt="2025-06-18T06:38:09.962" v="258" actId="2696"/>
        <pc:sldMkLst>
          <pc:docMk/>
          <pc:sldMk cId="1853442885" sldId="419"/>
        </pc:sldMkLst>
      </pc:sldChg>
      <pc:sldChg chg="del">
        <pc:chgData name="Shania Priccilia" userId="c4dd4a50-8335-4e39-a119-dc5e413d78e9" providerId="ADAL" clId="{FD0DBB28-69F9-2540-9B75-92512F1AED41}" dt="2025-06-18T06:38:09.962" v="258" actId="2696"/>
        <pc:sldMkLst>
          <pc:docMk/>
          <pc:sldMk cId="2582820796" sldId="420"/>
        </pc:sldMkLst>
      </pc:sldChg>
      <pc:sldChg chg="del">
        <pc:chgData name="Shania Priccilia" userId="c4dd4a50-8335-4e39-a119-dc5e413d78e9" providerId="ADAL" clId="{FD0DBB28-69F9-2540-9B75-92512F1AED41}" dt="2025-06-18T06:38:09.962" v="258" actId="2696"/>
        <pc:sldMkLst>
          <pc:docMk/>
          <pc:sldMk cId="207807397" sldId="421"/>
        </pc:sldMkLst>
      </pc:sldChg>
      <pc:sldChg chg="del">
        <pc:chgData name="Shania Priccilia" userId="c4dd4a50-8335-4e39-a119-dc5e413d78e9" providerId="ADAL" clId="{FD0DBB28-69F9-2540-9B75-92512F1AED41}" dt="2025-06-18T06:38:09.962" v="258" actId="2696"/>
        <pc:sldMkLst>
          <pc:docMk/>
          <pc:sldMk cId="3521437550" sldId="423"/>
        </pc:sldMkLst>
      </pc:sldChg>
      <pc:sldChg chg="del">
        <pc:chgData name="Shania Priccilia" userId="c4dd4a50-8335-4e39-a119-dc5e413d78e9" providerId="ADAL" clId="{FD0DBB28-69F9-2540-9B75-92512F1AED41}" dt="2025-06-18T06:38:09.962" v="258" actId="2696"/>
        <pc:sldMkLst>
          <pc:docMk/>
          <pc:sldMk cId="3881936262" sldId="424"/>
        </pc:sldMkLst>
      </pc:sldChg>
      <pc:sldChg chg="del">
        <pc:chgData name="Shania Priccilia" userId="c4dd4a50-8335-4e39-a119-dc5e413d78e9" providerId="ADAL" clId="{FD0DBB28-69F9-2540-9B75-92512F1AED41}" dt="2025-06-18T06:38:09.962" v="258" actId="2696"/>
        <pc:sldMkLst>
          <pc:docMk/>
          <pc:sldMk cId="2341044594" sldId="425"/>
        </pc:sldMkLst>
      </pc:sldChg>
      <pc:sldChg chg="del">
        <pc:chgData name="Shania Priccilia" userId="c4dd4a50-8335-4e39-a119-dc5e413d78e9" providerId="ADAL" clId="{FD0DBB28-69F9-2540-9B75-92512F1AED41}" dt="2025-06-18T06:38:09.962" v="258" actId="2696"/>
        <pc:sldMkLst>
          <pc:docMk/>
          <pc:sldMk cId="2833299820" sldId="426"/>
        </pc:sldMkLst>
      </pc:sldChg>
      <pc:sldChg chg="del">
        <pc:chgData name="Shania Priccilia" userId="c4dd4a50-8335-4e39-a119-dc5e413d78e9" providerId="ADAL" clId="{FD0DBB28-69F9-2540-9B75-92512F1AED41}" dt="2025-06-18T06:38:09.962" v="258" actId="2696"/>
        <pc:sldMkLst>
          <pc:docMk/>
          <pc:sldMk cId="1479574644" sldId="427"/>
        </pc:sldMkLst>
      </pc:sldChg>
      <pc:sldChg chg="addSp delSp modSp mod">
        <pc:chgData name="Shania Priccilia" userId="c4dd4a50-8335-4e39-a119-dc5e413d78e9" providerId="ADAL" clId="{FD0DBB28-69F9-2540-9B75-92512F1AED41}" dt="2025-06-22T10:30:13.660" v="486" actId="20577"/>
        <pc:sldMkLst>
          <pc:docMk/>
          <pc:sldMk cId="1069866083" sldId="428"/>
        </pc:sldMkLst>
        <pc:spChg chg="mod">
          <ac:chgData name="Shania Priccilia" userId="c4dd4a50-8335-4e39-a119-dc5e413d78e9" providerId="ADAL" clId="{FD0DBB28-69F9-2540-9B75-92512F1AED41}" dt="2025-06-22T10:22:57.520" v="444" actId="20577"/>
          <ac:spMkLst>
            <pc:docMk/>
            <pc:sldMk cId="1069866083" sldId="428"/>
            <ac:spMk id="2" creationId="{DD94F80E-7F78-E4DC-602C-BCC94D376715}"/>
          </ac:spMkLst>
        </pc:spChg>
        <pc:spChg chg="mod">
          <ac:chgData name="Shania Priccilia" userId="c4dd4a50-8335-4e39-a119-dc5e413d78e9" providerId="ADAL" clId="{FD0DBB28-69F9-2540-9B75-92512F1AED41}" dt="2025-06-22T10:23:20.315" v="454" actId="20577"/>
          <ac:spMkLst>
            <pc:docMk/>
            <pc:sldMk cId="1069866083" sldId="428"/>
            <ac:spMk id="5" creationId="{3037C1B8-2251-FE99-C319-673623382282}"/>
          </ac:spMkLst>
        </pc:spChg>
        <pc:spChg chg="mod">
          <ac:chgData name="Shania Priccilia" userId="c4dd4a50-8335-4e39-a119-dc5e413d78e9" providerId="ADAL" clId="{FD0DBB28-69F9-2540-9B75-92512F1AED41}" dt="2025-06-22T10:30:13.660" v="486" actId="20577"/>
          <ac:spMkLst>
            <pc:docMk/>
            <pc:sldMk cId="1069866083" sldId="428"/>
            <ac:spMk id="8" creationId="{2FD566BE-C82F-BE83-D5CC-046FEB37E58D}"/>
          </ac:spMkLst>
        </pc:spChg>
        <pc:spChg chg="add mod">
          <ac:chgData name="Shania Priccilia" userId="c4dd4a50-8335-4e39-a119-dc5e413d78e9" providerId="ADAL" clId="{FD0DBB28-69F9-2540-9B75-92512F1AED41}" dt="2025-06-22T10:25:32.236" v="472" actId="14100"/>
          <ac:spMkLst>
            <pc:docMk/>
            <pc:sldMk cId="1069866083" sldId="428"/>
            <ac:spMk id="9" creationId="{F9FA07D0-BFF7-018F-E149-6B319E1A40C9}"/>
          </ac:spMkLst>
        </pc:spChg>
        <pc:picChg chg="add mod">
          <ac:chgData name="Shania Priccilia" userId="c4dd4a50-8335-4e39-a119-dc5e413d78e9" providerId="ADAL" clId="{FD0DBB28-69F9-2540-9B75-92512F1AED41}" dt="2025-06-22T10:29:47.659" v="478" actId="14100"/>
          <ac:picMkLst>
            <pc:docMk/>
            <pc:sldMk cId="1069866083" sldId="428"/>
            <ac:picMk id="11" creationId="{91750049-440B-AF96-AF3E-890C363D4F86}"/>
          </ac:picMkLst>
        </pc:picChg>
      </pc:sldChg>
      <pc:sldChg chg="addSp modSp mod">
        <pc:chgData name="Shania Priccilia" userId="c4dd4a50-8335-4e39-a119-dc5e413d78e9" providerId="ADAL" clId="{FD0DBB28-69F9-2540-9B75-92512F1AED41}" dt="2025-06-18T06:36:46.834" v="252" actId="14100"/>
        <pc:sldMkLst>
          <pc:docMk/>
          <pc:sldMk cId="2212253315" sldId="440"/>
        </pc:sldMkLst>
        <pc:spChg chg="add mod">
          <ac:chgData name="Shania Priccilia" userId="c4dd4a50-8335-4e39-a119-dc5e413d78e9" providerId="ADAL" clId="{FD0DBB28-69F9-2540-9B75-92512F1AED41}" dt="2025-06-18T06:36:19.852" v="244" actId="14100"/>
          <ac:spMkLst>
            <pc:docMk/>
            <pc:sldMk cId="2212253315" sldId="440"/>
            <ac:spMk id="4" creationId="{99DE5E2E-8CA5-1212-E89C-B0BC61187221}"/>
          </ac:spMkLst>
        </pc:spChg>
        <pc:spChg chg="mod">
          <ac:chgData name="Shania Priccilia" userId="c4dd4a50-8335-4e39-a119-dc5e413d78e9" providerId="ADAL" clId="{FD0DBB28-69F9-2540-9B75-92512F1AED41}" dt="2025-06-18T06:36:19.852" v="244" actId="14100"/>
          <ac:spMkLst>
            <pc:docMk/>
            <pc:sldMk cId="2212253315" sldId="440"/>
            <ac:spMk id="5" creationId="{8795E95C-DD57-E44C-1814-DF0A1EEA21AD}"/>
          </ac:spMkLst>
        </pc:spChg>
        <pc:spChg chg="mod">
          <ac:chgData name="Shania Priccilia" userId="c4dd4a50-8335-4e39-a119-dc5e413d78e9" providerId="ADAL" clId="{FD0DBB28-69F9-2540-9B75-92512F1AED41}" dt="2025-06-18T06:36:23.912" v="245" actId="1076"/>
          <ac:spMkLst>
            <pc:docMk/>
            <pc:sldMk cId="2212253315" sldId="440"/>
            <ac:spMk id="6" creationId="{E85EE0C8-61ED-CF0A-6C39-8A15DC022FE9}"/>
          </ac:spMkLst>
        </pc:spChg>
        <pc:spChg chg="mod">
          <ac:chgData name="Shania Priccilia" userId="c4dd4a50-8335-4e39-a119-dc5e413d78e9" providerId="ADAL" clId="{FD0DBB28-69F9-2540-9B75-92512F1AED41}" dt="2025-06-18T06:36:29.152" v="247" actId="14100"/>
          <ac:spMkLst>
            <pc:docMk/>
            <pc:sldMk cId="2212253315" sldId="440"/>
            <ac:spMk id="9" creationId="{DF732938-792B-627B-4768-F75E547F5C5E}"/>
          </ac:spMkLst>
        </pc:spChg>
        <pc:spChg chg="mod">
          <ac:chgData name="Shania Priccilia" userId="c4dd4a50-8335-4e39-a119-dc5e413d78e9" providerId="ADAL" clId="{FD0DBB28-69F9-2540-9B75-92512F1AED41}" dt="2025-06-18T06:36:46.834" v="252" actId="14100"/>
          <ac:spMkLst>
            <pc:docMk/>
            <pc:sldMk cId="2212253315" sldId="440"/>
            <ac:spMk id="10" creationId="{AAE982FC-6B81-577D-CDE6-882A00B73E39}"/>
          </ac:spMkLst>
        </pc:spChg>
        <pc:spChg chg="mod">
          <ac:chgData name="Shania Priccilia" userId="c4dd4a50-8335-4e39-a119-dc5e413d78e9" providerId="ADAL" clId="{FD0DBB28-69F9-2540-9B75-92512F1AED41}" dt="2025-06-18T06:36:43.820" v="251" actId="14100"/>
          <ac:spMkLst>
            <pc:docMk/>
            <pc:sldMk cId="2212253315" sldId="440"/>
            <ac:spMk id="11" creationId="{15345799-0E03-3193-6B7A-650DD8A816F5}"/>
          </ac:spMkLst>
        </pc:spChg>
        <pc:spChg chg="mod">
          <ac:chgData name="Shania Priccilia" userId="c4dd4a50-8335-4e39-a119-dc5e413d78e9" providerId="ADAL" clId="{FD0DBB28-69F9-2540-9B75-92512F1AED41}" dt="2025-06-18T06:36:19.852" v="244" actId="14100"/>
          <ac:spMkLst>
            <pc:docMk/>
            <pc:sldMk cId="2212253315" sldId="440"/>
            <ac:spMk id="12" creationId="{8DA83CEF-1793-C98C-78E5-9825E9477ADB}"/>
          </ac:spMkLst>
        </pc:spChg>
        <pc:spChg chg="mod">
          <ac:chgData name="Shania Priccilia" userId="c4dd4a50-8335-4e39-a119-dc5e413d78e9" providerId="ADAL" clId="{FD0DBB28-69F9-2540-9B75-92512F1AED41}" dt="2025-06-18T06:36:36.487" v="249" actId="14100"/>
          <ac:spMkLst>
            <pc:docMk/>
            <pc:sldMk cId="2212253315" sldId="440"/>
            <ac:spMk id="13" creationId="{8C8A5205-3FEE-D5B1-491D-60A83B25752B}"/>
          </ac:spMkLst>
        </pc:spChg>
      </pc:sldChg>
      <pc:sldChg chg="addSp delSp modSp add mod">
        <pc:chgData name="Shania Priccilia" userId="c4dd4a50-8335-4e39-a119-dc5e413d78e9" providerId="ADAL" clId="{FD0DBB28-69F9-2540-9B75-92512F1AED41}" dt="2025-06-18T06:37:18.079" v="256" actId="14100"/>
        <pc:sldMkLst>
          <pc:docMk/>
          <pc:sldMk cId="1550213580" sldId="441"/>
        </pc:sldMkLst>
        <pc:spChg chg="add mod">
          <ac:chgData name="Shania Priccilia" userId="c4dd4a50-8335-4e39-a119-dc5e413d78e9" providerId="ADAL" clId="{FD0DBB28-69F9-2540-9B75-92512F1AED41}" dt="2025-06-18T06:37:00.478" v="253" actId="255"/>
          <ac:spMkLst>
            <pc:docMk/>
            <pc:sldMk cId="1550213580" sldId="441"/>
            <ac:spMk id="3" creationId="{9CFA004F-8A87-D679-6C2E-5A2EBD6A83B4}"/>
          </ac:spMkLst>
        </pc:spChg>
        <pc:spChg chg="mod">
          <ac:chgData name="Shania Priccilia" userId="c4dd4a50-8335-4e39-a119-dc5e413d78e9" providerId="ADAL" clId="{FD0DBB28-69F9-2540-9B75-92512F1AED41}" dt="2025-06-18T06:37:18.079" v="256" actId="14100"/>
          <ac:spMkLst>
            <pc:docMk/>
            <pc:sldMk cId="1550213580" sldId="441"/>
            <ac:spMk id="5" creationId="{1AC0677F-F248-9703-4DCA-3E0AEC665DD5}"/>
          </ac:spMkLst>
        </pc:spChg>
        <pc:spChg chg="mod">
          <ac:chgData name="Shania Priccilia" userId="c4dd4a50-8335-4e39-a119-dc5e413d78e9" providerId="ADAL" clId="{FD0DBB28-69F9-2540-9B75-92512F1AED41}" dt="2025-06-18T06:31:35.208" v="157" actId="20577"/>
          <ac:spMkLst>
            <pc:docMk/>
            <pc:sldMk cId="1550213580" sldId="441"/>
            <ac:spMk id="7" creationId="{66D64699-A778-8455-B8D3-EFF7E11BAB9D}"/>
          </ac:spMkLst>
        </pc:spChg>
      </pc:sldChg>
      <pc:sldChg chg="modSp add mod">
        <pc:chgData name="Shania Priccilia" userId="c4dd4a50-8335-4e39-a119-dc5e413d78e9" providerId="ADAL" clId="{FD0DBB28-69F9-2540-9B75-92512F1AED41}" dt="2025-06-18T08:40:37.507" v="388" actId="2711"/>
        <pc:sldMkLst>
          <pc:docMk/>
          <pc:sldMk cId="3124613129" sldId="442"/>
        </pc:sldMkLst>
        <pc:spChg chg="mod">
          <ac:chgData name="Shania Priccilia" userId="c4dd4a50-8335-4e39-a119-dc5e413d78e9" providerId="ADAL" clId="{FD0DBB28-69F9-2540-9B75-92512F1AED41}" dt="2025-06-18T08:36:54.310" v="354"/>
          <ac:spMkLst>
            <pc:docMk/>
            <pc:sldMk cId="3124613129" sldId="442"/>
            <ac:spMk id="2" creationId="{5D9E1DBD-D20D-0909-BD33-1CDCAB01375E}"/>
          </ac:spMkLst>
        </pc:spChg>
        <pc:spChg chg="mod">
          <ac:chgData name="Shania Priccilia" userId="c4dd4a50-8335-4e39-a119-dc5e413d78e9" providerId="ADAL" clId="{FD0DBB28-69F9-2540-9B75-92512F1AED41}" dt="2025-06-18T08:40:37.507" v="388" actId="2711"/>
          <ac:spMkLst>
            <pc:docMk/>
            <pc:sldMk cId="3124613129" sldId="442"/>
            <ac:spMk id="4" creationId="{B61DCCF1-1F62-7857-CA9E-2954349A9E85}"/>
          </ac:spMkLst>
        </pc:spChg>
      </pc:sldChg>
      <pc:sldChg chg="modSp add mod">
        <pc:chgData name="Shania Priccilia" userId="c4dd4a50-8335-4e39-a119-dc5e413d78e9" providerId="ADAL" clId="{FD0DBB28-69F9-2540-9B75-92512F1AED41}" dt="2025-06-18T09:02:23.315" v="420" actId="20577"/>
        <pc:sldMkLst>
          <pc:docMk/>
          <pc:sldMk cId="3917721721" sldId="443"/>
        </pc:sldMkLst>
        <pc:spChg chg="mod">
          <ac:chgData name="Shania Priccilia" userId="c4dd4a50-8335-4e39-a119-dc5e413d78e9" providerId="ADAL" clId="{FD0DBB28-69F9-2540-9B75-92512F1AED41}" dt="2025-06-18T09:02:23.315" v="420" actId="20577"/>
          <ac:spMkLst>
            <pc:docMk/>
            <pc:sldMk cId="3917721721" sldId="443"/>
            <ac:spMk id="4" creationId="{9085377B-EE59-ABA9-252E-C5A44F94A976}"/>
          </ac:spMkLst>
        </pc:spChg>
        <pc:spChg chg="mod">
          <ac:chgData name="Shania Priccilia" userId="c4dd4a50-8335-4e39-a119-dc5e413d78e9" providerId="ADAL" clId="{FD0DBB28-69F9-2540-9B75-92512F1AED41}" dt="2025-06-18T08:42:01.131" v="396" actId="20577"/>
          <ac:spMkLst>
            <pc:docMk/>
            <pc:sldMk cId="3917721721" sldId="443"/>
            <ac:spMk id="5" creationId="{67AF034F-F546-4E45-75FE-2733164C3157}"/>
          </ac:spMkLst>
        </pc:spChg>
      </pc:sldChg>
      <pc:sldChg chg="modAnim">
        <pc:chgData name="Shania Priccilia" userId="c4dd4a50-8335-4e39-a119-dc5e413d78e9" providerId="ADAL" clId="{FD0DBB28-69F9-2540-9B75-92512F1AED41}" dt="2025-06-22T10:38:26.126" v="515"/>
        <pc:sldMkLst>
          <pc:docMk/>
          <pc:sldMk cId="1669332836" sldId="453"/>
        </pc:sldMkLst>
      </pc:sldChg>
      <pc:sldChg chg="modAnim">
        <pc:chgData name="Shania Priccilia" userId="c4dd4a50-8335-4e39-a119-dc5e413d78e9" providerId="ADAL" clId="{FD0DBB28-69F9-2540-9B75-92512F1AED41}" dt="2025-06-22T10:38:32.207" v="517"/>
        <pc:sldMkLst>
          <pc:docMk/>
          <pc:sldMk cId="268285107" sldId="455"/>
        </pc:sldMkLst>
      </pc:sldChg>
      <pc:sldChg chg="modSp mod modAnim">
        <pc:chgData name="Shania Priccilia" userId="c4dd4a50-8335-4e39-a119-dc5e413d78e9" providerId="ADAL" clId="{FD0DBB28-69F9-2540-9B75-92512F1AED41}" dt="2025-06-22T10:38:36.705" v="518"/>
        <pc:sldMkLst>
          <pc:docMk/>
          <pc:sldMk cId="511277583" sldId="457"/>
        </pc:sldMkLst>
        <pc:spChg chg="mod">
          <ac:chgData name="Shania Priccilia" userId="c4dd4a50-8335-4e39-a119-dc5e413d78e9" providerId="ADAL" clId="{FD0DBB28-69F9-2540-9B75-92512F1AED41}" dt="2025-06-22T10:21:13.995" v="439" actId="207"/>
          <ac:spMkLst>
            <pc:docMk/>
            <pc:sldMk cId="511277583" sldId="457"/>
            <ac:spMk id="4" creationId="{009E9460-B4D0-5314-1706-75D4734A3B6E}"/>
          </ac:spMkLst>
        </pc:spChg>
        <pc:picChg chg="mod">
          <ac:chgData name="Shania Priccilia" userId="c4dd4a50-8335-4e39-a119-dc5e413d78e9" providerId="ADAL" clId="{FD0DBB28-69F9-2540-9B75-92512F1AED41}" dt="2025-06-22T10:19:16.573" v="421" actId="14100"/>
          <ac:picMkLst>
            <pc:docMk/>
            <pc:sldMk cId="511277583" sldId="457"/>
            <ac:picMk id="3" creationId="{9148A9CE-39AD-D13C-9810-9DF3EB3AB0CC}"/>
          </ac:picMkLst>
        </pc:picChg>
      </pc:sldChg>
      <pc:sldChg chg="addSp delSp modSp add mod ord">
        <pc:chgData name="Shania Priccilia" userId="c4dd4a50-8335-4e39-a119-dc5e413d78e9" providerId="ADAL" clId="{FD0DBB28-69F9-2540-9B75-92512F1AED41}" dt="2025-06-22T10:35:40.247" v="508" actId="20578"/>
        <pc:sldMkLst>
          <pc:docMk/>
          <pc:sldMk cId="688730030" sldId="458"/>
        </pc:sldMkLst>
        <pc:spChg chg="mod">
          <ac:chgData name="Shania Priccilia" userId="c4dd4a50-8335-4e39-a119-dc5e413d78e9" providerId="ADAL" clId="{FD0DBB28-69F9-2540-9B75-92512F1AED41}" dt="2025-06-22T10:30:50.272" v="496" actId="20577"/>
          <ac:spMkLst>
            <pc:docMk/>
            <pc:sldMk cId="688730030" sldId="458"/>
            <ac:spMk id="5" creationId="{CF5C0851-9BA0-6020-7681-B5F0F875E37D}"/>
          </ac:spMkLst>
        </pc:spChg>
        <pc:spChg chg="mod">
          <ac:chgData name="Shania Priccilia" userId="c4dd4a50-8335-4e39-a119-dc5e413d78e9" providerId="ADAL" clId="{FD0DBB28-69F9-2540-9B75-92512F1AED41}" dt="2025-06-22T10:34:48.590" v="506" actId="20577"/>
          <ac:spMkLst>
            <pc:docMk/>
            <pc:sldMk cId="688730030" sldId="458"/>
            <ac:spMk id="8" creationId="{45FE62F5-0838-1C5C-9A99-6D2B11508F07}"/>
          </ac:spMkLst>
        </pc:spChg>
        <pc:picChg chg="add mod">
          <ac:chgData name="Shania Priccilia" userId="c4dd4a50-8335-4e39-a119-dc5e413d78e9" providerId="ADAL" clId="{FD0DBB28-69F9-2540-9B75-92512F1AED41}" dt="2025-06-22T10:34:34.184" v="503" actId="1076"/>
          <ac:picMkLst>
            <pc:docMk/>
            <pc:sldMk cId="688730030" sldId="458"/>
            <ac:picMk id="3" creationId="{E69CC71B-79C8-E115-7D77-F6ED2355C68B}"/>
          </ac:picMkLst>
        </pc:picChg>
      </pc:sldChg>
      <pc:sldChg chg="delSp modSp add mod">
        <pc:chgData name="Shania Priccilia" userId="c4dd4a50-8335-4e39-a119-dc5e413d78e9" providerId="ADAL" clId="{FD0DBB28-69F9-2540-9B75-92512F1AED41}" dt="2025-06-22T11:10:02.577" v="556" actId="2711"/>
        <pc:sldMkLst>
          <pc:docMk/>
          <pc:sldMk cId="3545708465" sldId="459"/>
        </pc:sldMkLst>
        <pc:spChg chg="mod">
          <ac:chgData name="Shania Priccilia" userId="c4dd4a50-8335-4e39-a119-dc5e413d78e9" providerId="ADAL" clId="{FD0DBB28-69F9-2540-9B75-92512F1AED41}" dt="2025-06-22T10:36:03.141" v="509"/>
          <ac:spMkLst>
            <pc:docMk/>
            <pc:sldMk cId="3545708465" sldId="459"/>
            <ac:spMk id="2" creationId="{14BD5262-A711-98FC-B17F-C583D29AA75B}"/>
          </ac:spMkLst>
        </pc:spChg>
        <pc:spChg chg="mod">
          <ac:chgData name="Shania Priccilia" userId="c4dd4a50-8335-4e39-a119-dc5e413d78e9" providerId="ADAL" clId="{FD0DBB28-69F9-2540-9B75-92512F1AED41}" dt="2025-06-22T11:10:02.577" v="556" actId="2711"/>
          <ac:spMkLst>
            <pc:docMk/>
            <pc:sldMk cId="3545708465" sldId="459"/>
            <ac:spMk id="9" creationId="{C532D9C5-F057-26FF-A3B9-38E45B747A77}"/>
          </ac:spMkLst>
        </pc:spChg>
      </pc:sldChg>
    </pc:docChg>
  </pc:docChgLst>
  <pc:docChgLst>
    <pc:chgData name="Shania Priccilia" userId="S::shania.priccilia@binus.edu::c4dd4a50-8335-4e39-a119-dc5e413d78e9" providerId="AD" clId="Web-{FCC8FD4C-6371-BCD8-B28B-5FC40BFE1224}"/>
    <pc:docChg chg="modSld">
      <pc:chgData name="Shania Priccilia" userId="S::shania.priccilia@binus.edu::c4dd4a50-8335-4e39-a119-dc5e413d78e9" providerId="AD" clId="Web-{FCC8FD4C-6371-BCD8-B28B-5FC40BFE1224}" dt="2025-06-30T16:03:30.746" v="15" actId="20577"/>
      <pc:docMkLst>
        <pc:docMk/>
      </pc:docMkLst>
      <pc:sldChg chg="modSp">
        <pc:chgData name="Shania Priccilia" userId="S::shania.priccilia@binus.edu::c4dd4a50-8335-4e39-a119-dc5e413d78e9" providerId="AD" clId="Web-{FCC8FD4C-6371-BCD8-B28B-5FC40BFE1224}" dt="2025-06-30T16:03:30.746" v="15" actId="20577"/>
        <pc:sldMkLst>
          <pc:docMk/>
          <pc:sldMk cId="3807564589" sldId="256"/>
        </pc:sldMkLst>
        <pc:spChg chg="mod">
          <ac:chgData name="Shania Priccilia" userId="S::shania.priccilia@binus.edu::c4dd4a50-8335-4e39-a119-dc5e413d78e9" providerId="AD" clId="Web-{FCC8FD4C-6371-BCD8-B28B-5FC40BFE1224}" dt="2025-06-30T16:03:30.746" v="15" actId="20577"/>
          <ac:spMkLst>
            <pc:docMk/>
            <pc:sldMk cId="3807564589" sldId="256"/>
            <ac:spMk id="2" creationId="{50F9371B-F92F-AED8-457A-F4BAE6779B8C}"/>
          </ac:spMkLst>
        </pc:spChg>
      </pc:sldChg>
      <pc:sldChg chg="addSp delSp modSp">
        <pc:chgData name="Shania Priccilia" userId="S::shania.priccilia@binus.edu::c4dd4a50-8335-4e39-a119-dc5e413d78e9" providerId="AD" clId="Web-{FCC8FD4C-6371-BCD8-B28B-5FC40BFE1224}" dt="2025-06-30T16:03:17.464" v="0"/>
        <pc:sldMkLst>
          <pc:docMk/>
          <pc:sldMk cId="1968907909" sldId="258"/>
        </pc:sldMkLst>
        <pc:spChg chg="del">
          <ac:chgData name="Shania Priccilia" userId="S::shania.priccilia@binus.edu::c4dd4a50-8335-4e39-a119-dc5e413d78e9" providerId="AD" clId="Web-{FCC8FD4C-6371-BCD8-B28B-5FC40BFE1224}" dt="2025-06-30T16:03:17.464" v="0"/>
          <ac:spMkLst>
            <pc:docMk/>
            <pc:sldMk cId="1968907909" sldId="258"/>
            <ac:spMk id="3" creationId="{15FC02B1-FC54-7AA3-7866-74F99147264B}"/>
          </ac:spMkLst>
        </pc:spChg>
        <pc:spChg chg="add mod">
          <ac:chgData name="Shania Priccilia" userId="S::shania.priccilia@binus.edu::c4dd4a50-8335-4e39-a119-dc5e413d78e9" providerId="AD" clId="Web-{FCC8FD4C-6371-BCD8-B28B-5FC40BFE1224}" dt="2025-06-30T16:03:17.464" v="0"/>
          <ac:spMkLst>
            <pc:docMk/>
            <pc:sldMk cId="1968907909" sldId="258"/>
            <ac:spMk id="6" creationId="{E6FFF7A5-0C57-D6B3-7CB7-E26264C3CCF1}"/>
          </ac:spMkLst>
        </pc:spChg>
      </pc:sldChg>
      <pc:sldChg chg="addSp delSp modSp">
        <pc:chgData name="Shania Priccilia" userId="S::shania.priccilia@binus.edu::c4dd4a50-8335-4e39-a119-dc5e413d78e9" providerId="AD" clId="Web-{FCC8FD4C-6371-BCD8-B28B-5FC40BFE1224}" dt="2025-06-30T16:03:20.276" v="1"/>
        <pc:sldMkLst>
          <pc:docMk/>
          <pc:sldMk cId="4105662268" sldId="259"/>
        </pc:sldMkLst>
        <pc:spChg chg="del">
          <ac:chgData name="Shania Priccilia" userId="S::shania.priccilia@binus.edu::c4dd4a50-8335-4e39-a119-dc5e413d78e9" providerId="AD" clId="Web-{FCC8FD4C-6371-BCD8-B28B-5FC40BFE1224}" dt="2025-06-30T16:03:20.276" v="1"/>
          <ac:spMkLst>
            <pc:docMk/>
            <pc:sldMk cId="4105662268" sldId="259"/>
            <ac:spMk id="3" creationId="{2F63D14B-FD76-D22A-48FE-7092D41FE3E9}"/>
          </ac:spMkLst>
        </pc:spChg>
        <pc:spChg chg="add mod">
          <ac:chgData name="Shania Priccilia" userId="S::shania.priccilia@binus.edu::c4dd4a50-8335-4e39-a119-dc5e413d78e9" providerId="AD" clId="Web-{FCC8FD4C-6371-BCD8-B28B-5FC40BFE1224}" dt="2025-06-30T16:03:20.276" v="1"/>
          <ac:spMkLst>
            <pc:docMk/>
            <pc:sldMk cId="4105662268" sldId="259"/>
            <ac:spMk id="6" creationId="{DB0384E0-7338-51A0-61C8-E8306D682C8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forsys.com/tutorials/c-language/dynamic-memory-allocation-in-c.html" TargetMode="External"/><Relationship Id="rId2" Type="http://schemas.openxmlformats.org/officeDocument/2006/relationships/hyperlink" Target="http://www.tutorialspoint.com/cprogramming/c_storage_classes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/>
              <a:t>Algorithm and programming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96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Memory Allocation</a:t>
            </a:r>
            <a:endParaRPr lang="en-US" sz="9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Shania Priccilia,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DA11B-2F9E-4E40-B94A-37951AF0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94E0-5EEE-7267-580E-42F911AC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39152-5297-4504-380C-94154A8D96C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 altLang="en-US" sz="3600" dirty="0">
                <a:latin typeface="+mj-lt"/>
                <a:cs typeface="Tahoma" pitchFamily="34" charset="0"/>
              </a:rPr>
              <a:t>At the end of this session, student will be able to: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en-US" sz="3600" dirty="0">
                <a:latin typeface="+mj-lt"/>
                <a:cs typeface="Tahoma" pitchFamily="34" charset="0"/>
              </a:rPr>
              <a:t>Demonstrate usage of static and dynamic memory allocation in a C program (LO2 &amp; LO3)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altLang="en-US" sz="3600" dirty="0">
              <a:latin typeface="+mj-lt"/>
              <a:cs typeface="Tahoma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FFF7A5-0C57-D6B3-7CB7-E26264C3C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90790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99FFD-E58E-D8B4-ADED-E7895733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635E-1E02-2C02-4DC3-ACB1F722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Subtopics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B5071-5AEC-07E9-E361-22C4629DB39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20030" y="3221348"/>
            <a:ext cx="13714940" cy="9438534"/>
          </a:xfrm>
        </p:spPr>
        <p:txBody>
          <a:bodyPr lIns="50800" tIns="50800" rIns="50800" bIns="5080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Static variable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Void * data type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Command Line Argument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>
                <a:latin typeface="+mj-lt"/>
              </a:rPr>
              <a:t>Command Execution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>
                <a:latin typeface="+mj-lt"/>
              </a:rPr>
              <a:t>Memory Allocation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Macro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 dirty="0">
                <a:latin typeface="+mj-lt"/>
              </a:rPr>
              <a:t>Pointer to Function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>
                <a:latin typeface="+mj-lt"/>
              </a:rPr>
              <a:t>C Preprocessor Directive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3200">
                <a:latin typeface="+mj-lt"/>
              </a:rPr>
              <a:t>Exercise</a:t>
            </a:r>
            <a:endParaRPr lang="en-US" sz="3200" dirty="0">
              <a:latin typeface="+mj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0384E0-7338-51A0-61C8-E8306D682C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6622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9BEF-9542-7100-1D62-738DD1E8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Static keyword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8487A-CC6E-01E0-FD53-981205337EC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9568673" cy="9646445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4400" dirty="0">
                <a:latin typeface="+mj-lt"/>
              </a:rPr>
              <a:t>Keyword static can be used as variable type, or return value type of a function</a:t>
            </a:r>
          </a:p>
          <a:p>
            <a:pPr>
              <a:spcBef>
                <a:spcPts val="1200"/>
              </a:spcBef>
            </a:pPr>
            <a:r>
              <a:rPr lang="en-US" sz="4400" dirty="0">
                <a:latin typeface="+mj-lt"/>
              </a:rPr>
              <a:t>Static variable: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4400" dirty="0">
                <a:latin typeface="+mj-lt"/>
              </a:rPr>
              <a:t>Allocated at program start and de-allocated at the end of a program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4400" dirty="0">
                <a:latin typeface="+mj-lt"/>
              </a:rPr>
              <a:t>Default value = 0</a:t>
            </a:r>
          </a:p>
          <a:p>
            <a:pPr lvl="1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4400" dirty="0">
                <a:latin typeface="+mj-lt"/>
              </a:rPr>
              <a:t>Scope of static variable is inside a file where the variable is defined</a:t>
            </a:r>
          </a:p>
          <a:p>
            <a:pPr marL="557212" indent="-571500">
              <a:spcBef>
                <a:spcPts val="1200"/>
              </a:spcBef>
            </a:pPr>
            <a:r>
              <a:rPr lang="en-US" sz="4400" b="1" dirty="0">
                <a:latin typeface="+mj-lt"/>
              </a:rPr>
              <a:t>Syntax: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static type </a:t>
            </a:r>
            <a:r>
              <a:rPr lang="en-US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variable_name</a:t>
            </a: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557212" indent="-571500">
              <a:spcBef>
                <a:spcPts val="1200"/>
              </a:spcBef>
            </a:pPr>
            <a:r>
              <a:rPr lang="en-US" sz="4400" b="1" dirty="0">
                <a:latin typeface="+mj-lt"/>
              </a:rPr>
              <a:t>Example: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static int x;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8E4B81-164B-90D1-DD7A-0603DE2732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85200880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AF88C-E3A2-75F3-8500-DFD858F04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F2F98-FCB0-2D63-AB9D-4011EDF08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Static keyword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B3B367E-78F8-13F9-5BB3-AF08C24851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31E4D54-3333-F8E4-3087-B8B2187E1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390" y="3260663"/>
            <a:ext cx="15546394" cy="8835278"/>
          </a:xfrm>
          <a:prstGeom prst="rect">
            <a:avLst/>
          </a:prstGeom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46E98991-016F-6179-69FC-1FA7A6CCE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0" y="9854082"/>
            <a:ext cx="5001768" cy="120251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D" sz="3600" b="1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D" sz="360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 so far: 20</a:t>
            </a:r>
          </a:p>
        </p:txBody>
      </p:sp>
    </p:spTree>
    <p:extLst>
      <p:ext uri="{BB962C8B-B14F-4D97-AF65-F5344CB8AC3E}">
        <p14:creationId xmlns:p14="http://schemas.microsoft.com/office/powerpoint/2010/main" val="74738510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F0029-2827-A54E-E2BA-D5A60C637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E0784-D409-CEDC-2A90-03AC3E342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Static keyword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B5CC03E-F4F6-3801-B3D0-DB57224C59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8ED3A2-4B6B-45B3-E644-15432766F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3260663"/>
            <a:ext cx="10889534" cy="8583279"/>
          </a:xfrm>
          <a:prstGeom prst="rect">
            <a:avLst/>
          </a:prstGeom>
        </p:spPr>
      </p:pic>
      <p:sp>
        <p:nvSpPr>
          <p:cNvPr id="4" name="Text Box 3">
            <a:extLst>
              <a:ext uri="{FF2B5EF4-FFF2-40B4-BE49-F238E27FC236}">
                <a16:creationId xmlns:a16="http://schemas.microsoft.com/office/drawing/2014/main" id="{BB99C161-37CD-6669-C40D-674EFD4EB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76120" y="3545396"/>
            <a:ext cx="5989320" cy="4526497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D" sz="3600" b="1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D" sz="360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 = 0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D" sz="360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 = 1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D" sz="360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 = 2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D" sz="360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 = 3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D" sz="360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 = 4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D" sz="360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 = 5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D" sz="3600" kern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 = 7</a:t>
            </a:r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A232A5B2-6ED4-379C-5D10-5A970CC6AD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6252" y="6400800"/>
            <a:ext cx="2286000" cy="4572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16057144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48A54-0C08-472F-68AD-3929623E4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2FF9B-0375-E256-F2BA-CDF397C5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Void * Data Type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B092ADA-42AB-B7CB-3503-7421C0FD7F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795E95C-DD57-E44C-1814-DF0A1EEA21AD}"/>
              </a:ext>
            </a:extLst>
          </p:cNvPr>
          <p:cNvSpPr txBox="1">
            <a:spLocks noChangeArrowheads="1"/>
          </p:cNvSpPr>
          <p:nvPr/>
        </p:nvSpPr>
        <p:spPr>
          <a:xfrm>
            <a:off x="6553853" y="5232802"/>
            <a:ext cx="11368387" cy="2702167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336550" indent="-336550">
              <a:spcBef>
                <a:spcPts val="700"/>
              </a:spcBef>
              <a:buFontTx/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id-ID" sz="40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void</a:t>
            </a:r>
            <a:r>
              <a:rPr lang="id-ID" sz="40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main(</a:t>
            </a:r>
            <a:r>
              <a:rPr lang="id-ID" sz="40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void</a:t>
            </a:r>
            <a:r>
              <a:rPr lang="id-ID" sz="40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){ </a:t>
            </a:r>
          </a:p>
          <a:p>
            <a:pPr marL="336550" indent="-336550">
              <a:spcBef>
                <a:spcPts val="500"/>
              </a:spcBef>
              <a:buFontTx/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id-ID" sz="4000" b="1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		</a:t>
            </a:r>
            <a:r>
              <a:rPr lang="id-ID" sz="4000" b="1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void</a:t>
            </a:r>
            <a:r>
              <a:rPr lang="id-ID" sz="40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</a:t>
            </a:r>
            <a:r>
              <a:rPr lang="id-ID" sz="4000" b="1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*</a:t>
            </a:r>
            <a:r>
              <a:rPr lang="id-ID" sz="4000" b="1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malloc</a:t>
            </a:r>
            <a:r>
              <a:rPr lang="id-ID" sz="4000" b="1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(</a:t>
            </a:r>
            <a:r>
              <a:rPr lang="id-ID" sz="4000" b="1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size_t</a:t>
            </a:r>
            <a:r>
              <a:rPr lang="id-ID" sz="40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</a:t>
            </a:r>
            <a:r>
              <a:rPr lang="id-ID" sz="4000" i="1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size</a:t>
            </a:r>
            <a:r>
              <a:rPr lang="id-ID" sz="4000" b="1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);</a:t>
            </a:r>
          </a:p>
          <a:p>
            <a:pPr marL="336550" indent="-336550">
              <a:spcBef>
                <a:spcPts val="700"/>
              </a:spcBef>
              <a:buFontTx/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id-ID" sz="40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			………</a:t>
            </a:r>
          </a:p>
          <a:p>
            <a:pPr marL="336550" indent="-336550">
              <a:spcBef>
                <a:spcPts val="700"/>
              </a:spcBef>
              <a:buFontTx/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id-ID" sz="40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		}</a:t>
            </a:r>
          </a:p>
          <a:p>
            <a:pPr marL="336550" indent="-336550">
              <a:spcBef>
                <a:spcPts val="700"/>
              </a:spcBef>
              <a:buFontTx/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endParaRPr lang="id-ID" sz="4000" dirty="0">
              <a:latin typeface="Tahoma" pitchFamily="34" charset="0"/>
              <a:cs typeface="Tahoma" pitchFamily="34" charset="0"/>
            </a:endParaRPr>
          </a:p>
          <a:p>
            <a:pPr marL="336550" indent="-336550">
              <a:spcBef>
                <a:spcPts val="700"/>
              </a:spcBef>
              <a:buFontTx/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id-ID" sz="4000" dirty="0">
                <a:latin typeface="Tahoma" pitchFamily="34" charset="0"/>
                <a:cs typeface="Tahoma" pitchFamily="34" charset="0"/>
              </a:rPr>
              <a:t>      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E85EE0C8-61ED-CF0A-6C39-8A15DC022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9208" y="9490504"/>
            <a:ext cx="6569290" cy="710067"/>
          </a:xfrm>
          <a:prstGeom prst="rect">
            <a:avLst/>
          </a:prstGeom>
          <a:noFill/>
          <a:ln w="9360">
            <a:solidFill>
              <a:schemeClr val="tx1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2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void function</a:t>
            </a:r>
          </a:p>
        </p:txBody>
      </p:sp>
      <p:sp>
        <p:nvSpPr>
          <p:cNvPr id="9" name="Line 4">
            <a:extLst>
              <a:ext uri="{FF2B5EF4-FFF2-40B4-BE49-F238E27FC236}">
                <a16:creationId xmlns:a16="http://schemas.microsoft.com/office/drawing/2014/main" id="{DF732938-792B-627B-4768-F75E547F5C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83479" y="5869658"/>
            <a:ext cx="2016449" cy="362084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id-ID" sz="4000"/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AAE982FC-6B81-577D-CDE6-882A00B73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23435" y="3393436"/>
            <a:ext cx="6053486" cy="1325620"/>
          </a:xfrm>
          <a:prstGeom prst="rect">
            <a:avLst/>
          </a:prstGeom>
          <a:noFill/>
          <a:ln w="9360">
            <a:solidFill>
              <a:schemeClr val="tx1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2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 without actual parameter</a:t>
            </a:r>
          </a:p>
        </p:txBody>
      </p:sp>
      <p:sp>
        <p:nvSpPr>
          <p:cNvPr id="11" name="Line 4">
            <a:extLst>
              <a:ext uri="{FF2B5EF4-FFF2-40B4-BE49-F238E27FC236}">
                <a16:creationId xmlns:a16="http://schemas.microsoft.com/office/drawing/2014/main" id="{15345799-0E03-3193-6B7A-650DD8A816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15600" y="3935985"/>
            <a:ext cx="4507834" cy="132562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id-ID" sz="4000"/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8DA83CEF-1793-C98C-78E5-9825E9477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6252" y="9307641"/>
            <a:ext cx="8349355" cy="1325620"/>
          </a:xfrm>
          <a:prstGeom prst="rect">
            <a:avLst/>
          </a:prstGeom>
          <a:noFill/>
          <a:ln w="9360">
            <a:solidFill>
              <a:schemeClr val="tx1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250"/>
              </a:spcBef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b="1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Pointer that can point any data type</a:t>
            </a:r>
          </a:p>
        </p:txBody>
      </p:sp>
      <p:sp>
        <p:nvSpPr>
          <p:cNvPr id="13" name="Line 4">
            <a:extLst>
              <a:ext uri="{FF2B5EF4-FFF2-40B4-BE49-F238E27FC236}">
                <a16:creationId xmlns:a16="http://schemas.microsoft.com/office/drawing/2014/main" id="{8C8A5205-3FEE-D5B1-491D-60A83B25752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097681" y="6605473"/>
            <a:ext cx="3978237" cy="2702167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endParaRPr lang="id-ID" sz="4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DE5E2E-8CA5-1212-E89C-B0BC61187221}"/>
              </a:ext>
            </a:extLst>
          </p:cNvPr>
          <p:cNvSpPr txBox="1"/>
          <p:nvPr/>
        </p:nvSpPr>
        <p:spPr>
          <a:xfrm>
            <a:off x="2167377" y="3468029"/>
            <a:ext cx="16385300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spcBef>
                <a:spcPts val="700"/>
              </a:spcBef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id-ID" sz="40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Keyword</a:t>
            </a:r>
            <a:r>
              <a:rPr lang="id-ID" sz="40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4000" b="1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void</a:t>
            </a:r>
            <a:endParaRPr lang="id-ID" sz="40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25331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9EF93-0AEE-4DDC-7C14-27B4577F4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91F3-08DA-00F3-C7D9-DA3F5026D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Void * Data Type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6D64699-A778-8455-B8D3-EFF7E11BAB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AC0677F-F248-9703-4DCA-3E0AEC665DD5}"/>
              </a:ext>
            </a:extLst>
          </p:cNvPr>
          <p:cNvSpPr txBox="1">
            <a:spLocks noChangeArrowheads="1"/>
          </p:cNvSpPr>
          <p:nvPr/>
        </p:nvSpPr>
        <p:spPr>
          <a:xfrm>
            <a:off x="2332261" y="4794812"/>
            <a:ext cx="19018979" cy="4683719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txBody>
          <a:bodyPr/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336550" indent="-336550">
              <a:spcBef>
                <a:spcPts val="700"/>
              </a:spcBef>
              <a:buFontTx/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id-ID" sz="44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char</a:t>
            </a:r>
            <a:r>
              <a:rPr lang="id-ID" sz="4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*</a:t>
            </a:r>
            <a:r>
              <a:rPr lang="id-ID" sz="44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pstr</a:t>
            </a:r>
            <a:r>
              <a:rPr lang="id-ID" sz="4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; </a:t>
            </a:r>
          </a:p>
          <a:p>
            <a:pPr marL="336550" indent="-336550">
              <a:spcBef>
                <a:spcPts val="700"/>
              </a:spcBef>
              <a:buFontTx/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id-ID" sz="4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int *</a:t>
            </a:r>
            <a:r>
              <a:rPr lang="id-ID" sz="44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pint</a:t>
            </a:r>
            <a:r>
              <a:rPr lang="id-ID" sz="4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;</a:t>
            </a:r>
          </a:p>
          <a:p>
            <a:pPr marL="336550" indent="-336550">
              <a:spcBef>
                <a:spcPts val="700"/>
              </a:spcBef>
              <a:buFontTx/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id-ID" sz="44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float</a:t>
            </a:r>
            <a:r>
              <a:rPr lang="id-ID" sz="4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*</a:t>
            </a:r>
            <a:r>
              <a:rPr lang="id-ID" sz="44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pfloat</a:t>
            </a:r>
            <a:r>
              <a:rPr lang="id-ID" sz="4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;</a:t>
            </a:r>
          </a:p>
          <a:p>
            <a:pPr marL="336550" indent="-336550">
              <a:spcBef>
                <a:spcPts val="700"/>
              </a:spcBef>
              <a:buFontTx/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id-ID" sz="44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pstr</a:t>
            </a:r>
            <a:r>
              <a:rPr lang="id-ID" sz="4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=(</a:t>
            </a:r>
            <a:r>
              <a:rPr lang="id-ID" sz="44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char</a:t>
            </a:r>
            <a:r>
              <a:rPr lang="id-ID" sz="4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*)</a:t>
            </a:r>
            <a:r>
              <a:rPr lang="id-ID" sz="44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malloc</a:t>
            </a:r>
            <a:r>
              <a:rPr lang="id-ID" sz="4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(20);</a:t>
            </a:r>
          </a:p>
          <a:p>
            <a:pPr marL="336550" indent="-336550">
              <a:spcBef>
                <a:spcPts val="700"/>
              </a:spcBef>
              <a:buFontTx/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id-ID" sz="44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pint</a:t>
            </a:r>
            <a:r>
              <a:rPr lang="id-ID" sz="4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=(int *)</a:t>
            </a:r>
            <a:r>
              <a:rPr lang="id-ID" sz="44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malloc</a:t>
            </a:r>
            <a:r>
              <a:rPr lang="id-ID" sz="4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(20);</a:t>
            </a:r>
          </a:p>
          <a:p>
            <a:pPr marL="336550" indent="-336550">
              <a:spcBef>
                <a:spcPts val="700"/>
              </a:spcBef>
              <a:buFontTx/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id-ID" sz="44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pfloat</a:t>
            </a:r>
            <a:r>
              <a:rPr lang="id-ID" sz="4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=(</a:t>
            </a:r>
            <a:r>
              <a:rPr lang="id-ID" sz="44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float</a:t>
            </a:r>
            <a:r>
              <a:rPr lang="id-ID" sz="4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 *)</a:t>
            </a:r>
            <a:r>
              <a:rPr lang="id-ID" sz="4400" dirty="0" err="1">
                <a:latin typeface="Courier New" pitchFamily="49" charset="0"/>
                <a:ea typeface="Tahoma" pitchFamily="34" charset="0"/>
                <a:cs typeface="Courier New" pitchFamily="49" charset="0"/>
              </a:rPr>
              <a:t>malloc</a:t>
            </a:r>
            <a:r>
              <a:rPr lang="id-ID" sz="4400" dirty="0">
                <a:latin typeface="Courier New" pitchFamily="49" charset="0"/>
                <a:ea typeface="Tahoma" pitchFamily="34" charset="0"/>
                <a:cs typeface="Courier New" pitchFamily="49" charset="0"/>
              </a:rPr>
              <a:t>(20);</a:t>
            </a:r>
          </a:p>
          <a:p>
            <a:pPr marL="336550" indent="-336550">
              <a:spcBef>
                <a:spcPts val="700"/>
              </a:spcBef>
              <a:buFontTx/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endParaRPr lang="id-ID" sz="4400" dirty="0">
              <a:latin typeface="Tahoma" pitchFamily="34" charset="0"/>
              <a:cs typeface="Tahoma" pitchFamily="34" charset="0"/>
            </a:endParaRPr>
          </a:p>
          <a:p>
            <a:pPr marL="336550" indent="-336550">
              <a:spcBef>
                <a:spcPts val="700"/>
              </a:spcBef>
              <a:buFontTx/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id-ID" sz="4400" dirty="0">
                <a:latin typeface="Tahoma" pitchFamily="34" charset="0"/>
                <a:cs typeface="Tahoma" pitchFamily="34" charset="0"/>
              </a:rPr>
              <a:t>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A004F-8A87-D679-6C2E-5A2EBD6A83B4}"/>
              </a:ext>
            </a:extLst>
          </p:cNvPr>
          <p:cNvSpPr txBox="1"/>
          <p:nvPr/>
        </p:nvSpPr>
        <p:spPr>
          <a:xfrm>
            <a:off x="2167377" y="3468029"/>
            <a:ext cx="12207240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l">
              <a:spcBef>
                <a:spcPts val="700"/>
              </a:spcBef>
              <a:buNone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id-ID" sz="44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</a:t>
            </a:r>
            <a:r>
              <a:rPr lang="id-ID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4400" b="1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void</a:t>
            </a:r>
            <a:r>
              <a:rPr lang="id-ID" sz="44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* </a:t>
            </a:r>
            <a:r>
              <a:rPr lang="id-ID" sz="44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always</a:t>
            </a:r>
            <a:r>
              <a:rPr lang="id-ID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44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</a:t>
            </a:r>
            <a:r>
              <a:rPr lang="id-ID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44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type</a:t>
            </a:r>
            <a:r>
              <a:rPr lang="id-ID" sz="44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44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casting</a:t>
            </a:r>
            <a:endParaRPr lang="id-ID" sz="44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21358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29ECA-79EA-806D-9E7A-1A0C9A50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30DCA-2DD1-1C75-B7A6-27C249AE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Const Char *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BB6A5-6FD0-F54A-79A6-2D69B1B5B6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4"/>
            <a:ext cx="19568673" cy="9945057"/>
          </a:xfrm>
        </p:spPr>
        <p:txBody>
          <a:bodyPr>
            <a:no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Description: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char * 		: should be a pointer (has an address)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const char *	: can be string or pointer</a:t>
            </a:r>
          </a:p>
          <a:p>
            <a:pPr marL="623888" lvl="1" indent="0" algn="just">
              <a:spcBef>
                <a:spcPts val="1200"/>
              </a:spcBef>
              <a:buNone/>
            </a:pPr>
            <a:endParaRPr lang="en-US" altLang="en-US" sz="4000" dirty="0">
              <a:solidFill>
                <a:schemeClr val="bg2">
                  <a:lumMod val="10000"/>
                </a:schemeClr>
              </a:solidFill>
              <a:latin typeface="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algn="just">
              <a:spcBef>
                <a:spcPts val="1200"/>
              </a:spcBef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Example: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Comparing char * with const char * using 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strcpy</a:t>
            </a:r>
            <a:endParaRPr lang="en-US" altLang="en-US" sz="4000" dirty="0">
              <a:solidFill>
                <a:schemeClr val="bg2">
                  <a:lumMod val="10000"/>
                </a:schemeClr>
              </a:solidFill>
              <a:latin typeface="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char *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strcpy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 char *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strDestination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const char *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strSource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);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char ss[20];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char str[20] = "Good Morning";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strcpy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ss,"Good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Morning");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strcpy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(ss, str);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strcpy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("Hello", ss);  		//error</a:t>
            </a:r>
            <a:endParaRPr lang="en-US" altLang="en-US" sz="40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409B17-152D-5CAB-481E-AECA3E247A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128816865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685C3-78C6-A339-6B58-64E77A581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E1DBD-D20D-0909-BD33-1CDCAB013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Command Line Argument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1DCCF1-1F62-7857-CA9E-2954349A9E8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2"/>
            <a:ext cx="19568673" cy="9540937"/>
          </a:xfrm>
        </p:spPr>
        <p:txBody>
          <a:bodyPr>
            <a:no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Some time application should take input parameters from the command line: DOS, Linux e.g.: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copy  file1  file2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del file3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solidFill>
                <a:schemeClr val="bg2">
                  <a:lumMod val="10000"/>
                </a:schemeClr>
              </a:solidFill>
              <a:latin typeface="Open Sans"/>
              <a:ea typeface="Open Sans"/>
              <a:cs typeface="Open Sans"/>
            </a:endParaRPr>
          </a:p>
          <a:p>
            <a:pPr algn="just">
              <a:spcBef>
                <a:spcPts val="1200"/>
              </a:spcBef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How to get parameters: file1, file2 and file3?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Answer: Adding parameters on the main program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Example: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int main( int 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argc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, char *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argv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[ ])</a:t>
            </a:r>
          </a:p>
          <a:p>
            <a:pPr algn="just">
              <a:spcBef>
                <a:spcPts val="1200"/>
              </a:spcBef>
            </a:pPr>
            <a:endParaRPr lang="en-US" altLang="en-US" sz="4000" dirty="0">
              <a:solidFill>
                <a:schemeClr val="bg2">
                  <a:lumMod val="10000"/>
                </a:schemeClr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B209A-CEFD-9836-3EED-E270DB237D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12461312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0A4C8-A999-4EAB-7B5C-7BAA54155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A9427-2611-CCFF-3EB5-E5425DCAD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Command Line Argument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5377B-EE59-ABA9-252E-C5A44F94A9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8414263"/>
            <a:ext cx="19568673" cy="5078597"/>
          </a:xfrm>
        </p:spPr>
        <p:txBody>
          <a:bodyPr>
            <a:no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If the above code run from DOS command or LINUX console will result: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C:\&gt;contoh.exe arg1 arg2 arg3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Total argument=4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Argument 0 = contoh.exe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Argument 1 = arg1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Argument 2 = arg2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/>
                <a:ea typeface="Open Sans"/>
                <a:cs typeface="Open Sans"/>
              </a:rPr>
              <a:t>Argument 3 = arg3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AF034F-F546-4E45-75FE-2733164C31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DE3EB0F-7693-BEE8-C4EF-797BFC20F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3223274"/>
            <a:ext cx="11475471" cy="477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2172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AF7F9-8FBB-E87F-888B-C6B61DAAB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13B7-8BD8-16F8-AAF8-9159B10DA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Command execution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E3268-46FA-2983-6AA6-C89C9851F3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51915" y="3263672"/>
            <a:ext cx="19568673" cy="2157983"/>
          </a:xfrm>
        </p:spPr>
        <p:txBody>
          <a:bodyPr lIns="50800" tIns="50800" rIns="50800" bIns="50800" anchor="t">
            <a:no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Open Sans"/>
                <a:cs typeface="Courier New"/>
              </a:rPr>
              <a:t>To execute DOS or LINUX command, we can use library function </a:t>
            </a: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/>
                <a:cs typeface="Courier New"/>
              </a:rPr>
              <a:t>system(char *)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  <a:latin typeface="Open Sans"/>
                <a:cs typeface="Courier New"/>
              </a:rPr>
              <a:t>Example</a:t>
            </a:r>
            <a:endParaRPr lang="en-US" altLang="en-US" sz="3600" b="1" dirty="0" err="1">
              <a:solidFill>
                <a:schemeClr val="bg2">
                  <a:lumMod val="10000"/>
                </a:schemeClr>
              </a:solidFill>
              <a:latin typeface="Open Sans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E449C3-A134-D4B5-52C6-206F5260B7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6E82DD-E81C-620F-78CC-F932A54BD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915" y="4812208"/>
            <a:ext cx="9061455" cy="4702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005F9F-E04C-193F-8779-CCB6B3BE4319}"/>
              </a:ext>
            </a:extLst>
          </p:cNvPr>
          <p:cNvSpPr txBox="1"/>
          <p:nvPr/>
        </p:nvSpPr>
        <p:spPr>
          <a:xfrm>
            <a:off x="2167377" y="9911277"/>
            <a:ext cx="10024623" cy="2769989"/>
          </a:xfrm>
          <a:prstGeom prst="rect">
            <a:avLst/>
          </a:prstGeom>
          <a:noFill/>
          <a:ln w="12700" cap="flat">
            <a:solidFill>
              <a:schemeClr val="tx1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Output: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Welcome to BINUS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The current date is: Wed 06/18/2025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Enter the new date: (mm-dd-</a:t>
            </a:r>
            <a:r>
              <a:rPr lang="en-US" altLang="en-US" sz="36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yy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)</a:t>
            </a:r>
            <a:endParaRPr lang="en-US" altLang="en-US" sz="3600" dirty="0">
              <a:solidFill>
                <a:schemeClr val="bg2">
                  <a:lumMod val="10000"/>
                </a:schemeClr>
              </a:solidFill>
              <a:latin typeface="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3B8BDA1-116C-E3B9-E62E-940959103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0632" y="4793920"/>
            <a:ext cx="9405558" cy="4702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BC088B3-042F-BEF5-4526-E3FF1203C789}"/>
              </a:ext>
            </a:extLst>
          </p:cNvPr>
          <p:cNvSpPr txBox="1"/>
          <p:nvPr/>
        </p:nvSpPr>
        <p:spPr>
          <a:xfrm>
            <a:off x="13170632" y="9911276"/>
            <a:ext cx="10024623" cy="1354217"/>
          </a:xfrm>
          <a:prstGeom prst="rect">
            <a:avLst/>
          </a:prstGeom>
          <a:noFill/>
          <a:ln w="12700" cap="flat">
            <a:solidFill>
              <a:schemeClr val="tx1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Output: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solidFill>
                <a:schemeClr val="bg2">
                  <a:lumMod val="10000"/>
                </a:schemeClr>
              </a:solidFill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65877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A5890-0389-33D9-4F6F-2033C9FA4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F2B7A-C058-C129-37D0-817491B3A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Memory Allocation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1A18BD-D005-036D-7C1C-DCF86080DFC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657600"/>
            <a:ext cx="19961103" cy="4791456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4000" b="1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Memory allocation: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Acquiring some memory space (RAM) managed by the OS to be used by a program.</a:t>
            </a:r>
          </a:p>
          <a:p>
            <a:pPr algn="just">
              <a:spcBef>
                <a:spcPts val="1200"/>
              </a:spcBef>
            </a:pPr>
            <a:r>
              <a:rPr lang="en-US" altLang="en-US" sz="4000" b="1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Memory de-allocation: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Releasing memory space (RAM) back to the OS.</a:t>
            </a:r>
          </a:p>
          <a:p>
            <a:pPr marL="623888" lvl="1" indent="0" algn="just">
              <a:spcBef>
                <a:spcPts val="1200"/>
              </a:spcBef>
              <a:buNone/>
            </a:pPr>
            <a:endParaRPr lang="en-US" altLang="en-US" sz="4000" dirty="0">
              <a:solidFill>
                <a:schemeClr val="bg2">
                  <a:lumMod val="10000"/>
                </a:schemeClr>
              </a:solidFill>
              <a:latin typeface="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algn="just">
              <a:spcBef>
                <a:spcPts val="1200"/>
              </a:spcBef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Syntax: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D9EA5A-4D08-D78B-01DE-C8A4F900B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20B1E096-1B07-D282-1D20-5BB12DEDA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801" y="8449056"/>
            <a:ext cx="5044279" cy="3172280"/>
          </a:xfrm>
          <a:prstGeom prst="rect">
            <a:avLst/>
          </a:prstGeom>
          <a:noFill/>
          <a:ln w="9360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marL="0" marR="0" lvl="0" indent="0" algn="l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</a:rPr>
              <a:t>int main() {</a:t>
            </a:r>
          </a:p>
          <a:p>
            <a:pPr marL="0" marR="0" lvl="0" indent="0" algn="l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</a:rPr>
              <a:t>  long nim;</a:t>
            </a:r>
          </a:p>
          <a:p>
            <a:pPr marL="0" marR="0" lvl="0" indent="0" algn="l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</a:rPr>
              <a:t>  float gpa;</a:t>
            </a:r>
          </a:p>
          <a:p>
            <a:pPr marL="0" marR="0" lvl="0" indent="0" algn="l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</a:rPr>
              <a:t>  ...</a:t>
            </a:r>
          </a:p>
          <a:p>
            <a:pPr marL="0" marR="0" lvl="0" indent="0" algn="l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</a:rPr>
              <a:t>}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BE11A820-C9FA-B4E5-FD6B-F26978736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9580" y="8449056"/>
            <a:ext cx="11315700" cy="3172280"/>
          </a:xfrm>
          <a:prstGeom prst="rect">
            <a:avLst/>
          </a:prstGeom>
          <a:noFill/>
          <a:ln w="9360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marL="0" marR="0" lvl="0" indent="0" algn="l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id-ID" sz="4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nim</a:t>
            </a:r>
            <a:r>
              <a:rPr kumimoji="0" lang="id-ID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 is a variable, </a:t>
            </a:r>
            <a:r>
              <a:rPr kumimoji="0" lang="id-ID" sz="4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nim</a:t>
            </a:r>
            <a:r>
              <a:rPr kumimoji="0" lang="id-ID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 needs memory space as data store.</a:t>
            </a:r>
          </a:p>
          <a:p>
            <a:pPr marL="0" marR="0" lvl="0" indent="0" algn="l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endParaRPr kumimoji="0" lang="id-ID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cs typeface="Tahoma" pitchFamily="34" charset="0"/>
            </a:endParaRPr>
          </a:p>
          <a:p>
            <a:pPr marL="0" marR="0" lvl="0" indent="0" algn="l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gpa </a:t>
            </a:r>
            <a:r>
              <a:rPr kumimoji="0" lang="id-ID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is a variable, </a:t>
            </a: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g</a:t>
            </a:r>
            <a:r>
              <a:rPr kumimoji="0" lang="id-ID" sz="4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p</a:t>
            </a: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a</a:t>
            </a:r>
            <a:r>
              <a:rPr kumimoji="0" lang="id-ID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cs typeface="Tahoma" pitchFamily="34" charset="0"/>
              </a:rPr>
              <a:t> needs memory as data store</a:t>
            </a:r>
          </a:p>
        </p:txBody>
      </p:sp>
    </p:spTree>
    <p:extLst>
      <p:ext uri="{BB962C8B-B14F-4D97-AF65-F5344CB8AC3E}">
        <p14:creationId xmlns:p14="http://schemas.microsoft.com/office/powerpoint/2010/main" val="95989685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6F006-7700-A1F3-E285-22188A030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23A1D-7F95-860F-4D92-954EF1C37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Memory Allocation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47F8F-0DA6-368B-95F2-8F58EE2EA19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4"/>
            <a:ext cx="19961103" cy="9432022"/>
          </a:xfrm>
        </p:spPr>
        <p:txBody>
          <a:bodyPr>
            <a:normAutofit lnSpcReduction="10000"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b="1" dirty="0">
                <a:solidFill>
                  <a:schemeClr val="bg2">
                    <a:lumMod val="10000"/>
                  </a:schemeClr>
                </a:solidFill>
                <a:latin typeface=""/>
                <a:ea typeface="Open Sans Light" panose="020B0306030504020204" pitchFamily="34" charset="0"/>
                <a:cs typeface="Courier New" panose="02070309020205020404" pitchFamily="49" charset="0"/>
              </a:rPr>
              <a:t>Memory Allocation as a data store:</a:t>
            </a:r>
          </a:p>
          <a:p>
            <a:pPr marL="742950" indent="-742950" algn="just">
              <a:spcBef>
                <a:spcPts val="1200"/>
              </a:spcBef>
              <a:buSzPct val="100000"/>
              <a:buFont typeface="+mj-lt"/>
              <a:buAutoNum type="arabicPeriod"/>
            </a:pP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static</a:t>
            </a:r>
          </a:p>
          <a:p>
            <a:pPr marL="1195388" lvl="1" indent="-571500" algn="just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can be assigned with name </a:t>
            </a: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variable</a:t>
            </a:r>
          </a:p>
          <a:p>
            <a:pPr marL="1195388" lvl="1" indent="-571500" algn="just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allocated at compile time</a:t>
            </a:r>
          </a:p>
          <a:p>
            <a:pPr marL="1195388" lvl="1" indent="-571500" algn="just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stored at </a:t>
            </a:r>
            <a:r>
              <a:rPr lang="en-US" altLang="en-US" sz="4000" dirty="0">
                <a:solidFill>
                  <a:srgbClr val="FF0000"/>
                </a:solidFill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local stack memory</a:t>
            </a:r>
          </a:p>
          <a:p>
            <a:pPr marL="1195388" lvl="1" indent="-571500" algn="just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remain unchanged during the program run</a:t>
            </a:r>
          </a:p>
          <a:p>
            <a:pPr marL="1195388" lvl="1" indent="-571500" algn="just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de-allocated when the program end</a:t>
            </a:r>
          </a:p>
          <a:p>
            <a:pPr marL="623888" lvl="1" indent="0" algn="just">
              <a:spcBef>
                <a:spcPts val="120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742950" indent="-742950" algn="just">
              <a:spcBef>
                <a:spcPts val="1200"/>
              </a:spcBef>
              <a:buSzPct val="100000"/>
              <a:buFont typeface="+mj-lt"/>
              <a:buAutoNum type="arabicPeriod" startAt="2"/>
            </a:pP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dynamic </a:t>
            </a:r>
          </a:p>
          <a:p>
            <a:pPr marL="1195388" lvl="1" indent="-571500" algn="just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can be assigned with name</a:t>
            </a:r>
          </a:p>
          <a:p>
            <a:pPr marL="1195388" lvl="1" indent="-571500" algn="just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allocated at run-time</a:t>
            </a:r>
          </a:p>
          <a:p>
            <a:pPr marL="1195388" lvl="1" indent="-571500" algn="just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stored at </a:t>
            </a:r>
            <a:r>
              <a:rPr lang="en-US" altLang="en-US" sz="4000" dirty="0">
                <a:solidFill>
                  <a:srgbClr val="FF0000"/>
                </a:solidFill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heap memory</a:t>
            </a:r>
          </a:p>
          <a:p>
            <a:pPr marL="1195388" lvl="1" indent="-571500" algn="just"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can be de-allocated at any time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BC40E5-86B6-87C3-1224-B96A5112F0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1397465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6855-CA73-CD4C-CC36-1BA68C1B1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CCD73-2EB8-2018-FBBE-E9E6C9FC5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Memory Allocation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230C1-B9BC-534C-536B-2B2360338FF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4"/>
            <a:ext cx="19961103" cy="9432022"/>
          </a:xfrm>
        </p:spPr>
        <p:txBody>
          <a:bodyPr>
            <a:normAutofit lnSpcReduction="1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struct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tdata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char nim[9];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char name[26];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float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gpa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} ;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main () 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struct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tdata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data[100];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int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...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}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If an integer needs memory space of 4 bytes and a float 8 bytes then variable </a:t>
            </a:r>
            <a:r>
              <a:rPr lang="en-US" altLang="en-US" sz="40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data</a:t>
            </a: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and </a:t>
            </a:r>
            <a:r>
              <a:rPr lang="en-US" altLang="en-US" sz="4000" b="1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above need memory space of: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100 x (9 + 26 + 8) + 4 = 4504 byte 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D75718-740B-87BF-8016-2939C2CA35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Static Memory Allocation</a:t>
            </a:r>
          </a:p>
        </p:txBody>
      </p:sp>
    </p:spTree>
    <p:extLst>
      <p:ext uri="{BB962C8B-B14F-4D97-AF65-F5344CB8AC3E}">
        <p14:creationId xmlns:p14="http://schemas.microsoft.com/office/powerpoint/2010/main" val="235983645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DE04-F0F3-D67D-B57A-0772883A4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49C9-EE48-0EFC-E889-EEB6D2152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Memory Allocation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FD284-F3E2-7A7E-7A15-059DD70C54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4"/>
            <a:ext cx="19668495" cy="9432022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malloc() 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Function malloc is used to allocate one block of memory dynamically at heap memory. An argument (actual parameter) sent to this function is a value stating the size of allocated memory (in byte)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If allocation is successful, it will return memory address of the memory allocated. If not (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e.a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: proposed malloc size larger than existing heap memory), it will return Null</a:t>
            </a: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.</a:t>
            </a:r>
          </a:p>
          <a:p>
            <a:pPr algn="just">
              <a:spcBef>
                <a:spcPts val="1200"/>
              </a:spcBef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algn="just"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Syntax 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void * malloc (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size_t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size);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size: size of memory in byte.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algn="just"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Example: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*a;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(int *) malloc(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sizeof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(int));</a:t>
            </a:r>
          </a:p>
          <a:p>
            <a:pPr marL="623888" lvl="1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B0F209-30E3-6742-9F23-30D6F02C76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dynamic Memory Allocation</a:t>
            </a:r>
          </a:p>
        </p:txBody>
      </p:sp>
    </p:spTree>
    <p:extLst>
      <p:ext uri="{BB962C8B-B14F-4D97-AF65-F5344CB8AC3E}">
        <p14:creationId xmlns:p14="http://schemas.microsoft.com/office/powerpoint/2010/main" val="191532691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059A4-FC5A-4E47-E36A-E40890B27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B3A8F-2ED9-914F-4CC1-65D5F0DDC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Memory Allocation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5C79A-70FC-0A0A-BDC1-9359ACB16C1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4"/>
            <a:ext cx="19668495" cy="9432022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3600" b="1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calloc</a:t>
            </a: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() 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Function 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calloc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is used to allocate blocks of memory dynamically at heap memory, where each element given size. 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Calloc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initialized all elements with zero.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algn="just"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Syntax 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void *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calloc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size_t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memblock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size_t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size);</a:t>
            </a: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size = number of byte 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ea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block or element 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memblock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= number of block or element 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algn="just"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Example: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*a;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(int *) 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calloc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(20,sizeof(int));</a:t>
            </a:r>
          </a:p>
          <a:p>
            <a:pPr marL="623888" lvl="1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BEA35-7044-7A97-1619-007F9DF0A5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dynamic Memory Allocation</a:t>
            </a:r>
          </a:p>
        </p:txBody>
      </p:sp>
    </p:spTree>
    <p:extLst>
      <p:ext uri="{BB962C8B-B14F-4D97-AF65-F5344CB8AC3E}">
        <p14:creationId xmlns:p14="http://schemas.microsoft.com/office/powerpoint/2010/main" val="46997602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BBDE6-3619-3CB9-E6B1-48CC2AAE8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68D2D-2637-9AF9-6003-633A86CF6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Memory Allocation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DA1CB-350D-0B43-2C4A-FA32FEBB93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4"/>
            <a:ext cx="19668495" cy="9432022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3600" b="1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realloc</a:t>
            </a: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() 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Function 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realloc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is used to reallocate some blocks of memory or element dynamically at heap.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algn="just"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Syntax 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void *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realloc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(void *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size_t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size);</a:t>
            </a: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size = number of byte each block or element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ptr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 = is a pointer to the address of targeted memory location.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algn="just"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Example: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*a, *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 = (int *) 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realloc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ptr,sizeof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(int));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444C4E-2481-C3D3-D534-D737BFF581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dynamic Memory Allocation</a:t>
            </a:r>
          </a:p>
        </p:txBody>
      </p:sp>
    </p:spTree>
    <p:extLst>
      <p:ext uri="{BB962C8B-B14F-4D97-AF65-F5344CB8AC3E}">
        <p14:creationId xmlns:p14="http://schemas.microsoft.com/office/powerpoint/2010/main" val="109270882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5B627-BFCB-F5C6-A483-47FAF8CFC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537D-5735-E1E8-36E6-4EDD5748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Memory Allocation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65C40-9D5D-2825-8E70-F74BFB68896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23274"/>
            <a:ext cx="19668495" cy="9432022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free() 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Function free is used to used to release allocated memory at heap memory.</a:t>
            </a: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Syntax :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void free (void  *block);</a:t>
            </a:r>
          </a:p>
          <a:p>
            <a:pPr marL="623888" lvl="1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block is a pointer to a memory location (dynamic) 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Example: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BD3A14-E6AB-06D2-E75F-DF8AB11F15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dynamic Memory Allocation</a:t>
            </a:r>
          </a:p>
        </p:txBody>
      </p:sp>
      <p:pic>
        <p:nvPicPr>
          <p:cNvPr id="6" name="Picture 5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0FFFC277-203A-E4CF-D8EA-D22BD70FE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934" y="6858000"/>
            <a:ext cx="12451394" cy="597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9165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5D66F-7144-460A-79F4-852AD8AA8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4A6E2-BF22-FA0E-D9F4-6EC200F79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Memory Allocation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DF9B9-72AA-2B11-84D0-FF1B56FA33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32749" y="3260663"/>
            <a:ext cx="11519827" cy="2554921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*number1, *number2, *number3;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number1 = (int *) malloc (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sizeof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(int));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number2 = (int *) malloc (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sizeof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(int));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number3 = (int *) malloc (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sizeof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(int));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A6167E-7FDA-72D4-41FC-16DA167B23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integer Memory Allocation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C805A8-0B54-1A09-33B9-0A97ABFA3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749" y="6186743"/>
            <a:ext cx="11227951" cy="6765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743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0BE72-115C-3057-1171-5B0B601F6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CF28-87D7-C55F-4530-4CA72A86D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Memory Allocation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1E704F-263E-BB47-44B9-F51E8060BB8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32749" y="3260663"/>
            <a:ext cx="15433459" cy="8955721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# include &lt;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stdio.h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&gt;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# include &lt;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stdlib.h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&gt;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main() 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int *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arr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n,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do {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printf("total element ? ");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scanf("%d", &amp;n);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if(n == 0) break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arr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(int*) malloc (n * 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sizeof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(int));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for (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0; 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&lt; n; 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++) scanf("%d", &amp;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arr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[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]);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free(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arr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}while(1);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return 0;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B0AB3E-5749-0E5D-528C-5B367675D4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array Memory Allocation</a:t>
            </a:r>
          </a:p>
        </p:txBody>
      </p:sp>
    </p:spTree>
    <p:extLst>
      <p:ext uri="{BB962C8B-B14F-4D97-AF65-F5344CB8AC3E}">
        <p14:creationId xmlns:p14="http://schemas.microsoft.com/office/powerpoint/2010/main" val="344431730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063FD-2767-2169-D21C-780876E90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399C9-B3B7-0961-C7E5-375CFE0B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Memory Allocation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B60309-2D29-2B1C-271D-9D6A090F6C5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32749" y="3260663"/>
            <a:ext cx="15433459" cy="8955721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# include &lt;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stdio.h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&gt;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# include &lt;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stdlib.h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&gt;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main() 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int *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arr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n,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do {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</a:t>
            </a:r>
            <a:r>
              <a:rPr lang="en-US" altLang="en-US" sz="4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printf("total element ? ");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scanf("%d", &amp;n);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if(n == 0) break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</a:t>
            </a:r>
            <a:r>
              <a:rPr lang="en-US" altLang="en-US" sz="4000" b="1" dirty="0" err="1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arr</a:t>
            </a: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(int*) malloc (n * </a:t>
            </a:r>
            <a:r>
              <a:rPr lang="en-US" altLang="en-US" sz="4000" b="1" dirty="0" err="1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sizeof</a:t>
            </a: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(int));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for (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0; 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&lt; n; 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++) scanf("%d", &amp;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arr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[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]);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free(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arr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}while(1);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return 0;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764F81-83C9-F04D-B90B-5E4B472E5D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array Memory Allocation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F8F1B5-2B72-F39C-AB61-CA9989DF3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6208" y="3831445"/>
            <a:ext cx="5141403" cy="8422328"/>
          </a:xfrm>
          <a:prstGeom prst="rect">
            <a:avLst/>
          </a:prstGeom>
        </p:spPr>
      </p:pic>
      <p:sp>
        <p:nvSpPr>
          <p:cNvPr id="6" name="Text Box 3">
            <a:extLst>
              <a:ext uri="{FF2B5EF4-FFF2-40B4-BE49-F238E27FC236}">
                <a16:creationId xmlns:a16="http://schemas.microsoft.com/office/drawing/2014/main" id="{229173E5-2DB7-1DF7-F10E-1895FF0F5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67488" y="11442169"/>
            <a:ext cx="5364480" cy="803546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lIns="90000" tIns="46800" rIns="90000" bIns="46800"/>
          <a:lstStyle/>
          <a:p>
            <a:pPr marL="0" marR="0" lvl="0" indent="0" algn="l" defTabSz="914400" eaLnBrk="0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</a:rPr>
              <a:t>total element ? </a:t>
            </a:r>
            <a:r>
              <a:rPr kumimoji="0" lang="en-US" sz="36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itchFamily="49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6335288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AEB9-F286-E1D4-5F86-B074A444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740C-A703-2B5B-85EE-2A524F9C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Memory Allocation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078914-7BD5-BB0A-E325-C71DE0FC740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32749" y="3260663"/>
            <a:ext cx="15433459" cy="8955721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# include &lt;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stdio.h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&gt;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# include &lt;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stdlib.h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&gt;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main() 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int *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arr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n,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do {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</a:t>
            </a:r>
            <a:r>
              <a:rPr lang="en-US" altLang="en-US" sz="4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printf("total element ? ");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scanf("%d", &amp;n);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solidFill>
                  <a:schemeClr val="tx2">
                    <a:lumMod val="5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if(n == 0) break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arr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(int*) malloc (n * 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sizeof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(int));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</a:t>
            </a: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for (</a:t>
            </a:r>
            <a:r>
              <a:rPr lang="en-US" altLang="en-US" sz="4000" b="1" dirty="0" err="1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0; </a:t>
            </a:r>
            <a:r>
              <a:rPr lang="en-US" altLang="en-US" sz="4000" b="1" dirty="0" err="1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&lt; n; </a:t>
            </a:r>
            <a:r>
              <a:rPr lang="en-US" altLang="en-US" sz="4000" b="1" dirty="0" err="1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++) scanf("%d", &amp;</a:t>
            </a:r>
            <a:r>
              <a:rPr lang="en-US" altLang="en-US" sz="4000" b="1" dirty="0" err="1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arr</a:t>
            </a: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[</a:t>
            </a:r>
            <a:r>
              <a:rPr lang="en-US" altLang="en-US" sz="4000" b="1" dirty="0" err="1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]);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  free(</a:t>
            </a:r>
            <a:r>
              <a:rPr lang="en-US" alt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arr</a:t>
            </a:r>
            <a:r>
              <a:rPr lang="en-US" alt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}while(1);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return 0;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A99D8-D714-B3AD-490E-7D9D2BE9D2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array Memory Allocation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6B5AC922-B4BA-E418-EB6C-1013912974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74919"/>
              </p:ext>
            </p:extLst>
          </p:nvPr>
        </p:nvGraphicFramePr>
        <p:xfrm>
          <a:off x="17666208" y="3857625"/>
          <a:ext cx="5141403" cy="8413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19048" imgH="3304762" progId="">
                  <p:embed/>
                </p:oleObj>
              </mc:Choice>
              <mc:Fallback>
                <p:oleObj r:id="rId2" imgW="2019048" imgH="3304762" progId="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6B5AC922-B4BA-E418-EB6C-1013912974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6208" y="3857625"/>
                        <a:ext cx="5141403" cy="84132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3">
            <a:extLst>
              <a:ext uri="{FF2B5EF4-FFF2-40B4-BE49-F238E27FC236}">
                <a16:creationId xmlns:a16="http://schemas.microsoft.com/office/drawing/2014/main" id="{52700B73-E47A-361A-758B-D4B859D8A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12096" y="11150061"/>
            <a:ext cx="8119872" cy="1120767"/>
          </a:xfrm>
          <a:prstGeom prst="rect">
            <a:avLst/>
          </a:prstGeom>
          <a:noFill/>
          <a:ln w="9525">
            <a:solidFill>
              <a:sysClr val="windowText" lastClr="000000"/>
            </a:solidFill>
            <a:round/>
            <a:headEnd/>
            <a:tailEnd/>
          </a:ln>
        </p:spPr>
        <p:txBody>
          <a:bodyPr lIns="90000" tIns="46800" rIns="90000" bIns="46800"/>
          <a:lstStyle/>
          <a:p>
            <a:pPr lvl="0" algn="l" defTabSz="914400" eaLnBrk="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3600" b="1" kern="1200" dirty="0">
                <a:solidFill>
                  <a:srgbClr val="000000"/>
                </a:solidFill>
                <a:latin typeface="Courier New" pitchFamily="49" charset="0"/>
              </a:rPr>
              <a:t>total element ? 3</a:t>
            </a:r>
          </a:p>
          <a:p>
            <a:pPr lvl="0" algn="l" defTabSz="914400" eaLnBrk="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/>
            </a:pPr>
            <a:r>
              <a:rPr lang="en-US" sz="3600" b="1" kern="1200" dirty="0">
                <a:solidFill>
                  <a:srgbClr val="000000"/>
                </a:solidFill>
                <a:latin typeface="Courier New" pitchFamily="49" charset="0"/>
              </a:rPr>
              <a:t>Input 3 numbers: 11 22 33</a:t>
            </a:r>
          </a:p>
        </p:txBody>
      </p:sp>
    </p:spTree>
    <p:extLst>
      <p:ext uri="{BB962C8B-B14F-4D97-AF65-F5344CB8AC3E}">
        <p14:creationId xmlns:p14="http://schemas.microsoft.com/office/powerpoint/2010/main" val="26828510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CD158-80C4-9C56-5487-4CED259D5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E7D38-C72F-4DE1-710B-E2CB948B4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Memory Allocation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8BE5E-5275-8EAA-03A3-0AA9FA79360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32749" y="3260663"/>
            <a:ext cx="17774323" cy="8955721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# include &lt;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stdio.h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&gt;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# include &lt;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stdlib.h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&gt;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struct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takad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char nim[9];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float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gpa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};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main() 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struct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takad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*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akad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akad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(struct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takad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*)malloc(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sizeof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(struct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akad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));</a:t>
            </a: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return 0;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D1A14-7BE0-35B7-4101-9E13C0CB1D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Pointer of struct Memory Allocation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B728B2-FBE8-C6F1-F00B-38C79A576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2479" y="3260663"/>
            <a:ext cx="7827633" cy="48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66831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4EC3-E522-3C80-39A9-3707B8E74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1C71-E1E4-9600-BE43-22159B168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Memory Allocation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ABA02-544A-65F3-9FFF-E11D7D77D7A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32749" y="3260663"/>
            <a:ext cx="18286387" cy="10053001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# include &lt;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stdio.h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&gt;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# include &lt;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stdlib.h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&gt;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struct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takad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char nim[9];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float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gpa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} ;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int main() {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struct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takad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*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akad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[100];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int n,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 float total = 0,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rerata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;</a:t>
            </a: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return 0;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F6832-9AE4-8D9D-CCF3-5EDBFD6588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426447" cy="840935"/>
          </a:xfrm>
        </p:spPr>
        <p:txBody>
          <a:bodyPr>
            <a:normAutofit/>
          </a:bodyPr>
          <a:lstStyle/>
          <a:p>
            <a:r>
              <a:rPr lang="en-US" dirty="0"/>
              <a:t>Array of struct pointer memory allocation</a:t>
            </a: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EFCE94C7-7C12-1415-6D34-40DE4D77F8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366600"/>
              </p:ext>
            </p:extLst>
          </p:nvPr>
        </p:nvGraphicFramePr>
        <p:xfrm>
          <a:off x="15255805" y="3260663"/>
          <a:ext cx="4786829" cy="8583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33333" imgH="3467584" progId="">
                  <p:embed/>
                </p:oleObj>
              </mc:Choice>
              <mc:Fallback>
                <p:oleObj r:id="rId2" imgW="1933333" imgH="3467584" progId="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EFCE94C7-7C12-1415-6D34-40DE4D77F8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805" y="3260663"/>
                        <a:ext cx="4786829" cy="85832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933283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70113-0F49-99EC-6CEF-116BCDF3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10298-80FA-C520-C3A1-2D3BBA782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Memory Allocation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E9460-B4D0-5314-1706-75D4734A3B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232749" y="3260663"/>
            <a:ext cx="18798451" cy="1933129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for(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= 0;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&lt; n; </a:t>
            </a:r>
            <a:r>
              <a:rPr lang="en-US" altLang="en-US" sz="40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++){</a:t>
            </a: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US" altLang="en-US" sz="4000" b="1" dirty="0" err="1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akad</a:t>
            </a: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[</a:t>
            </a:r>
            <a:r>
              <a:rPr lang="en-US" altLang="en-US" sz="4000" b="1" dirty="0" err="1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i</a:t>
            </a: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]=(struct </a:t>
            </a:r>
            <a:r>
              <a:rPr lang="en-US" altLang="en-US" sz="4000" b="1" dirty="0" err="1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takad</a:t>
            </a: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*) malloc(</a:t>
            </a:r>
            <a:r>
              <a:rPr lang="en-US" altLang="en-US" sz="4000" b="1" dirty="0" err="1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sizeof</a:t>
            </a: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(struct </a:t>
            </a:r>
            <a:r>
              <a:rPr lang="en-US" altLang="en-US" sz="4000" b="1" dirty="0" err="1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takad</a:t>
            </a:r>
            <a:r>
              <a:rPr lang="en-US" altLang="en-US" sz="4000" b="1" dirty="0">
                <a:solidFill>
                  <a:srgbClr val="FF0000"/>
                </a:solidFill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));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68CFEA-DDF8-1641-7898-F2C5F90227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426447" cy="840935"/>
          </a:xfrm>
        </p:spPr>
        <p:txBody>
          <a:bodyPr>
            <a:normAutofit/>
          </a:bodyPr>
          <a:lstStyle/>
          <a:p>
            <a:r>
              <a:rPr lang="en-US" dirty="0"/>
              <a:t>Array of struct pointer memory allocation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48A9CE-39AD-D13C-9810-9DF3EB3AB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07808" y="5193792"/>
            <a:ext cx="8546592" cy="789583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11277583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DB945-4A50-9BFF-104D-F6C8D92C8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4F80E-7F78-E4DC-602C-BCC94D376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macro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7C1B8-2251-FE99-C319-6736233822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566BE-C82F-BE83-D5CC-046FEB37E58D}"/>
              </a:ext>
            </a:extLst>
          </p:cNvPr>
          <p:cNvSpPr txBox="1"/>
          <p:nvPr/>
        </p:nvSpPr>
        <p:spPr>
          <a:xfrm>
            <a:off x="10919549" y="7278946"/>
            <a:ext cx="5041428" cy="1938992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it-IT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algn="l"/>
            <a:r>
              <a:rPr lang="pt-BR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pt-BR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</a:t>
            </a:r>
          </a:p>
          <a:p>
            <a:pPr algn="l"/>
            <a:endParaRPr lang="pt-BR" sz="4000" dirty="0">
              <a:solidFill>
                <a:schemeClr val="bg2">
                  <a:lumMod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9FA07D0-BFF7-018F-E149-6B319E1A40C9}"/>
              </a:ext>
            </a:extLst>
          </p:cNvPr>
          <p:cNvSpPr txBox="1">
            <a:spLocks/>
          </p:cNvSpPr>
          <p:nvPr/>
        </p:nvSpPr>
        <p:spPr>
          <a:xfrm>
            <a:off x="2232749" y="3260663"/>
            <a:ext cx="18286387" cy="3163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alt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</a:t>
            </a:r>
            <a:r>
              <a:rPr lang="en-ID" altLang="en-US" sz="4000" dirty="0">
                <a:solidFill>
                  <a:srgbClr val="FF0000"/>
                </a:solidFill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#define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alt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Placed at the beginning of a code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alt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Its scope starts at its declaration position to the end of a program.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alt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macro is not recognized by other program.</a:t>
            </a:r>
          </a:p>
          <a:p>
            <a:pPr marL="0" indent="0" algn="just">
              <a:spcBef>
                <a:spcPts val="0"/>
              </a:spcBef>
              <a:buFontTx/>
              <a:buNone/>
            </a:pPr>
            <a:endParaRPr lang="en-ID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</a:pPr>
            <a:endParaRPr lang="en-ID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750049-440B-AF96-AF3E-890C363D4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748" y="5943097"/>
            <a:ext cx="8079651" cy="574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6608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3F5EB-3A84-7AC1-CCBF-3E9062324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75B2-5930-74CB-42A2-870326BC2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macro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5C0851-9BA0-6020-7681-B5F0F875E3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E62F5-0838-1C5C-9A99-6D2B11508F07}"/>
              </a:ext>
            </a:extLst>
          </p:cNvPr>
          <p:cNvSpPr txBox="1"/>
          <p:nvPr/>
        </p:nvSpPr>
        <p:spPr>
          <a:xfrm>
            <a:off x="11841518" y="3785489"/>
            <a:ext cx="5041428" cy="1938992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it-IT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algn="l"/>
            <a:r>
              <a:rPr lang="pt-BR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45</a:t>
            </a:r>
          </a:p>
          <a:p>
            <a:pPr algn="l"/>
            <a:endParaRPr lang="pt-BR" sz="4000" dirty="0">
              <a:solidFill>
                <a:schemeClr val="bg2">
                  <a:lumMod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9CC71B-79C8-E115-7D77-F6ED2355C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3770943"/>
            <a:ext cx="9120505" cy="715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73003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9E2A6-1C31-9956-CA18-EBEE7B829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5262-A711-98FC-B17F-C583D29AA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Pointer to Functions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372106-38E9-3E77-B3BC-24F8AB5145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532D9C5-F057-26FF-A3B9-38E45B747A77}"/>
              </a:ext>
            </a:extLst>
          </p:cNvPr>
          <p:cNvSpPr txBox="1">
            <a:spLocks/>
          </p:cNvSpPr>
          <p:nvPr/>
        </p:nvSpPr>
        <p:spPr>
          <a:xfrm>
            <a:off x="2232749" y="3260663"/>
            <a:ext cx="18286387" cy="9083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alt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Pointer to function is the address of a function in the memory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altLang="en-US" sz="4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Syntax:</a:t>
            </a: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ID" altLang="en-US" sz="4000" dirty="0" err="1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return_type</a:t>
            </a:r>
            <a:r>
              <a:rPr lang="en-ID" altLang="en-US" sz="40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 (* </a:t>
            </a:r>
            <a:r>
              <a:rPr lang="en-ID" altLang="en-US" sz="4000" dirty="0" err="1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pointer_name</a:t>
            </a:r>
            <a:r>
              <a:rPr lang="en-ID" altLang="en-US" sz="4000" dirty="0"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)(parameter);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ID" altLang="en-US"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altLang="en-US" sz="4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Example:</a:t>
            </a: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ID" altLang="en-US" sz="4000" dirty="0">
                <a:solidFill>
                  <a:srgbClr val="FF0000"/>
                </a:solidFill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int (*compare)(int a, int b);</a:t>
            </a:r>
          </a:p>
          <a:p>
            <a:pPr marL="623888" lvl="1" indent="0" algn="just">
              <a:spcBef>
                <a:spcPts val="0"/>
              </a:spcBef>
              <a:buNone/>
            </a:pPr>
            <a:endParaRPr lang="en-ID" altLang="en-US" sz="4000" dirty="0">
              <a:latin typeface="Courier New" panose="02070309020205020404" pitchFamily="49" charset="0"/>
              <a:ea typeface="Open Sans" panose="020B0606030504020204" pitchFamily="34" charset="0"/>
              <a:cs typeface="Courier New" panose="02070309020205020404" pitchFamily="49" charset="0"/>
            </a:endParaRP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ID" alt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**note: compare is pointer to function name, pointing to a function that return integer value which has 2 integer parameters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ID" altLang="en-US"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ID" alt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Note the difference:</a:t>
            </a: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ID" altLang="en-US" sz="4000" dirty="0">
                <a:solidFill>
                  <a:srgbClr val="FF0000"/>
                </a:solidFill>
                <a:latin typeface="Courier New" panose="02070309020205020404" pitchFamily="49" charset="0"/>
                <a:ea typeface="Open Sans" panose="020B0606030504020204" pitchFamily="34" charset="0"/>
                <a:cs typeface="Courier New" panose="02070309020205020404" pitchFamily="49" charset="0"/>
              </a:rPr>
              <a:t>int compare (int a, int b);</a:t>
            </a: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ID" alt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**Means: </a:t>
            </a:r>
            <a:r>
              <a:rPr lang="en-ID" altLang="en-US" sz="4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compare</a:t>
            </a:r>
            <a:r>
              <a:rPr lang="en-ID" altLang="en-US" sz="4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is a function name with integer return value that has 2 integer parameters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ID" altLang="en-US" sz="4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</a:pPr>
            <a:endParaRPr lang="en-ID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</a:pPr>
            <a:endParaRPr lang="en-ID" altLang="en-US" sz="4000" dirty="0">
              <a:latin typeface="Courier New" panose="02070309020205020404" pitchFamily="49" charset="0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70846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97DF5-E25A-A1E9-9723-863F7DAE3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11F3B-C0E4-1441-6A5B-576CB2740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Pointer to Functions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633D80-28BC-30C0-334D-480AF5997F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B6FD932-9EA7-C177-53EE-07C44B763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3260663"/>
            <a:ext cx="6720591" cy="9496488"/>
          </a:xfrm>
          <a:prstGeom prst="rect">
            <a:avLst/>
          </a:prstGeom>
        </p:spPr>
      </p:pic>
      <p:pic>
        <p:nvPicPr>
          <p:cNvPr id="8" name="Picture 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FB9F07D-8C29-9DC7-D2C7-BD37D02FE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965" y="3318982"/>
            <a:ext cx="6720591" cy="55123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D88530-689F-17C1-5DC8-CEBDD9782D2E}"/>
              </a:ext>
            </a:extLst>
          </p:cNvPr>
          <p:cNvSpPr txBox="1"/>
          <p:nvPr/>
        </p:nvSpPr>
        <p:spPr>
          <a:xfrm>
            <a:off x="9525161" y="9427522"/>
            <a:ext cx="9024826" cy="1938992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it-IT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Output:</a:t>
            </a:r>
          </a:p>
          <a:p>
            <a:pPr algn="l"/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x=4</a:t>
            </a:r>
          </a:p>
          <a:p>
            <a:pPr algn="l"/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x=169</a:t>
            </a:r>
          </a:p>
        </p:txBody>
      </p:sp>
    </p:spTree>
    <p:extLst>
      <p:ext uri="{BB962C8B-B14F-4D97-AF65-F5344CB8AC3E}">
        <p14:creationId xmlns:p14="http://schemas.microsoft.com/office/powerpoint/2010/main" val="3453402171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AD71A-4A3D-DE1B-D8C6-59F91490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B3F2F-37C3-13B1-F222-B7888D5D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C Preprocessor Directive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2CE663-4E16-4728-2FFC-C0E630B13A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C662A-0DB8-39B1-4D85-EB2A31A8F0AD}"/>
              </a:ext>
            </a:extLst>
          </p:cNvPr>
          <p:cNvSpPr txBox="1"/>
          <p:nvPr/>
        </p:nvSpPr>
        <p:spPr>
          <a:xfrm>
            <a:off x="2167377" y="5596129"/>
            <a:ext cx="12580531" cy="3170099"/>
          </a:xfrm>
          <a:prstGeom prst="rect">
            <a:avLst/>
          </a:prstGeom>
          <a:noFill/>
          <a:ln w="12700" cap="flat">
            <a:solidFill>
              <a:schemeClr val="bg2">
                <a:lumMod val="1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&lt;filename&gt;</a:t>
            </a:r>
          </a:p>
          <a:p>
            <a:pPr algn="l"/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”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namafile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pPr algn="l"/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identifer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replacement-text</a:t>
            </a:r>
          </a:p>
          <a:p>
            <a:pPr algn="l"/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#define PHI 3.14</a:t>
            </a:r>
          </a:p>
          <a:p>
            <a:pPr algn="l"/>
            <a:endParaRPr lang="pt-BR" sz="4000" dirty="0">
              <a:solidFill>
                <a:schemeClr val="bg2">
                  <a:lumMod val="1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147FFFA-248A-C997-78A8-F04C6B3BC167}"/>
              </a:ext>
            </a:extLst>
          </p:cNvPr>
          <p:cNvSpPr txBox="1">
            <a:spLocks/>
          </p:cNvSpPr>
          <p:nvPr/>
        </p:nvSpPr>
        <p:spPr>
          <a:xfrm>
            <a:off x="2167377" y="3260664"/>
            <a:ext cx="19668495" cy="2329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Process is done before compilation.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Preprocessor directive started with symbol #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4000" b="1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Example :</a:t>
            </a:r>
          </a:p>
          <a:p>
            <a:pPr marL="0" indent="0" algn="just">
              <a:spcBef>
                <a:spcPts val="0"/>
              </a:spcBef>
              <a:buFontTx/>
              <a:buNone/>
            </a:pPr>
            <a:endParaRPr lang="en-ID" altLang="en-US" sz="4000" dirty="0">
              <a:latin typeface="+mn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</a:pPr>
            <a:endParaRPr lang="en-ID" altLang="en-US" sz="4000" dirty="0">
              <a:latin typeface="+mn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FDD65C-215E-2173-DFF9-54099EEF6DC2}"/>
              </a:ext>
            </a:extLst>
          </p:cNvPr>
          <p:cNvSpPr txBox="1"/>
          <p:nvPr/>
        </p:nvSpPr>
        <p:spPr>
          <a:xfrm>
            <a:off x="2167377" y="9284904"/>
            <a:ext cx="12580530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Preprocessor #define  also used for macro </a:t>
            </a:r>
          </a:p>
        </p:txBody>
      </p:sp>
    </p:spTree>
    <p:extLst>
      <p:ext uri="{BB962C8B-B14F-4D97-AF65-F5344CB8AC3E}">
        <p14:creationId xmlns:p14="http://schemas.microsoft.com/office/powerpoint/2010/main" val="182953324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3D72C-AFC6-A731-7939-C7B346E95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AE5B4-6A9B-8116-ACD9-B2CB7DD6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C Preprocessor Directive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611CA0-33C6-43D8-569A-E49AC035A9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9D89A19-3F24-BD4D-BCBA-0A2BC6C2A401}"/>
              </a:ext>
            </a:extLst>
          </p:cNvPr>
          <p:cNvSpPr txBox="1">
            <a:spLocks/>
          </p:cNvSpPr>
          <p:nvPr/>
        </p:nvSpPr>
        <p:spPr>
          <a:xfrm>
            <a:off x="2167377" y="3260664"/>
            <a:ext cx="7269231" cy="8035608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Conditional Compilation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b="1" dirty="0">
                <a:latin typeface="+mn-lt"/>
                <a:ea typeface="Open Sans" panose="020B0606030504020204" pitchFamily="34" charset="0"/>
                <a:cs typeface="Courier New" panose="02070309020205020404" pitchFamily="49" charset="0"/>
              </a:rPr>
              <a:t>#if expression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b="1" dirty="0">
                <a:latin typeface="+mn-lt"/>
                <a:ea typeface="Open Sans" panose="020B0606030504020204" pitchFamily="34" charset="0"/>
                <a:cs typeface="Courier New" panose="02070309020205020404" pitchFamily="49" charset="0"/>
              </a:rPr>
              <a:t>    ……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b="1" dirty="0">
                <a:latin typeface="+mn-lt"/>
                <a:ea typeface="Open Sans" panose="020B0606030504020204" pitchFamily="34" charset="0"/>
                <a:cs typeface="Courier New" panose="02070309020205020404" pitchFamily="49" charset="0"/>
              </a:rPr>
              <a:t>#endif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altLang="en-US" sz="4000" b="1" dirty="0">
              <a:latin typeface="+mn-lt"/>
              <a:ea typeface="Open Sans" panose="020B06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b="1" dirty="0">
                <a:latin typeface="+mn-lt"/>
                <a:ea typeface="Open Sans" panose="020B0606030504020204" pitchFamily="34" charset="0"/>
                <a:cs typeface="Courier New" panose="02070309020205020404" pitchFamily="49" charset="0"/>
              </a:rPr>
              <a:t>OR</a:t>
            </a:r>
          </a:p>
          <a:p>
            <a:pPr algn="just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altLang="en-US" sz="4000" b="1" dirty="0">
              <a:latin typeface="+mn-lt"/>
              <a:ea typeface="Open Sans" panose="020B06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b="1" dirty="0">
                <a:latin typeface="+mn-lt"/>
                <a:ea typeface="Open Sans" panose="020B0606030504020204" pitchFamily="34" charset="0"/>
                <a:cs typeface="Courier New" panose="02070309020205020404" pitchFamily="49" charset="0"/>
              </a:rPr>
              <a:t>#if expression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b="1" dirty="0">
                <a:latin typeface="+mn-lt"/>
                <a:ea typeface="Open Sans" panose="020B0606030504020204" pitchFamily="34" charset="0"/>
                <a:cs typeface="Courier New" panose="02070309020205020404" pitchFamily="49" charset="0"/>
              </a:rPr>
              <a:t>   ……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b="1" dirty="0">
                <a:latin typeface="+mn-lt"/>
                <a:ea typeface="Open Sans" panose="020B0606030504020204" pitchFamily="34" charset="0"/>
                <a:cs typeface="Courier New" panose="02070309020205020404" pitchFamily="49" charset="0"/>
              </a:rPr>
              <a:t>#else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b="1" dirty="0">
                <a:latin typeface="+mn-lt"/>
                <a:ea typeface="Open Sans" panose="020B0606030504020204" pitchFamily="34" charset="0"/>
                <a:cs typeface="Courier New" panose="02070309020205020404" pitchFamily="49" charset="0"/>
              </a:rPr>
              <a:t>   ……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altLang="en-US" sz="4000" b="1" dirty="0">
                <a:latin typeface="+mn-lt"/>
                <a:ea typeface="Open Sans" panose="020B0606030504020204" pitchFamily="34" charset="0"/>
                <a:cs typeface="Courier New" panose="02070309020205020404" pitchFamily="49" charset="0"/>
              </a:rPr>
              <a:t>#endif</a:t>
            </a:r>
          </a:p>
          <a:p>
            <a:pPr marL="0" indent="0" algn="just">
              <a:spcBef>
                <a:spcPts val="0"/>
              </a:spcBef>
              <a:buFontTx/>
              <a:buNone/>
            </a:pPr>
            <a:endParaRPr lang="en-ID" altLang="en-US" sz="4000" dirty="0">
              <a:latin typeface="+mn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</a:pPr>
            <a:endParaRPr lang="en-ID" altLang="en-US" sz="4000" dirty="0">
              <a:latin typeface="+mn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7F6B4401-051B-F536-4B51-D3F38BA36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1968" y="3266216"/>
            <a:ext cx="10546080" cy="4403386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kern="1200" dirty="0">
                <a:solidFill>
                  <a:srgbClr val="000000"/>
                </a:solidFill>
                <a:cs typeface="Tahoma" pitchFamily="34" charset="0"/>
              </a:rPr>
              <a:t>Preprocessor operator </a:t>
            </a:r>
            <a:r>
              <a:rPr lang="en-US" sz="4000" b="1" kern="1200" dirty="0">
                <a:solidFill>
                  <a:srgbClr val="000000"/>
                </a:solidFill>
                <a:cs typeface="Tahoma" pitchFamily="34" charset="0"/>
              </a:rPr>
              <a:t>defined</a:t>
            </a:r>
            <a:r>
              <a:rPr lang="en-US" sz="4000" kern="1200" dirty="0">
                <a:solidFill>
                  <a:srgbClr val="000000"/>
                </a:solidFill>
                <a:cs typeface="Tahoma" pitchFamily="34" charset="0"/>
              </a:rPr>
              <a:t> :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b="1" kern="1200" dirty="0">
                <a:solidFill>
                  <a:srgbClr val="000000"/>
                </a:solidFill>
                <a:cs typeface="Tahoma" pitchFamily="34" charset="0"/>
              </a:rPr>
              <a:t>Syntax :</a:t>
            </a:r>
          </a:p>
          <a:p>
            <a:pPr marL="457200" lvl="1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b="1" kern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defined( </a:t>
            </a:r>
            <a:r>
              <a:rPr lang="en-US" sz="4000" i="1" kern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identifier</a:t>
            </a:r>
            <a:r>
              <a:rPr lang="en-US" sz="4000" kern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000" b="1" kern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b="1" kern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defined </a:t>
            </a:r>
            <a:r>
              <a:rPr lang="en-US" sz="4000" i="1" kern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identifier</a:t>
            </a: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4000" kern="1200" dirty="0">
              <a:solidFill>
                <a:srgbClr val="000000"/>
              </a:solidFill>
              <a:cs typeface="Tahoma" pitchFamily="34" charset="0"/>
            </a:endParaRPr>
          </a:p>
          <a:p>
            <a:pPr algn="l" defTabSz="914400" fontAlgn="base" hangingPunct="1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kern="1200" dirty="0">
                <a:solidFill>
                  <a:srgbClr val="000000"/>
                </a:solidFill>
                <a:cs typeface="Tahoma" pitchFamily="34" charset="0"/>
              </a:rPr>
              <a:t>Return true (nonzero) if identifier has been defined and false (0) if not.</a:t>
            </a:r>
          </a:p>
        </p:txBody>
      </p:sp>
    </p:spTree>
    <p:extLst>
      <p:ext uri="{BB962C8B-B14F-4D97-AF65-F5344CB8AC3E}">
        <p14:creationId xmlns:p14="http://schemas.microsoft.com/office/powerpoint/2010/main" val="1282706564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BB398-3624-EAAC-F46F-FDCB6BD4F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DB12-6D52-A75E-D59C-4689164FD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C Preprocessor Directive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A798B-CD20-1022-4EA8-C91D0B600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0C82175A-6DA2-290A-5250-CE513A610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1968" y="3266216"/>
            <a:ext cx="10546080" cy="5018939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marL="571500" indent="-571500" algn="l" defTabSz="914400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kern="1200" dirty="0">
                <a:solidFill>
                  <a:srgbClr val="000000"/>
                </a:solidFill>
                <a:cs typeface="Tahoma" pitchFamily="34" charset="0"/>
              </a:rPr>
              <a:t>This program is to be compiled in Dev-C</a:t>
            </a:r>
          </a:p>
          <a:p>
            <a:pPr marL="571500" indent="-571500" algn="l" defTabSz="914400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4000" kern="1200" dirty="0">
              <a:solidFill>
                <a:srgbClr val="000000"/>
              </a:solidFill>
              <a:cs typeface="Tahoma" pitchFamily="34" charset="0"/>
            </a:endParaRPr>
          </a:p>
          <a:p>
            <a:pPr marL="571500" indent="-571500" algn="l" defTabSz="914400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kern="1200" dirty="0">
                <a:solidFill>
                  <a:srgbClr val="000000"/>
                </a:solidFill>
                <a:cs typeface="Tahoma" pitchFamily="34" charset="0"/>
              </a:rPr>
              <a:t>Dev-C does not have delay() as in Turbo C, but using sleep() instead.</a:t>
            </a:r>
          </a:p>
          <a:p>
            <a:pPr marL="571500" indent="-571500" algn="l" defTabSz="914400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4000" kern="1200" dirty="0">
              <a:solidFill>
                <a:srgbClr val="000000"/>
              </a:solidFill>
              <a:cs typeface="Tahoma" pitchFamily="34" charset="0"/>
            </a:endParaRPr>
          </a:p>
          <a:p>
            <a:pPr marL="571500" indent="-571500" algn="l" defTabSz="914400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kern="1200" dirty="0">
                <a:solidFill>
                  <a:srgbClr val="000000"/>
                </a:solidFill>
                <a:cs typeface="Tahoma" pitchFamily="34" charset="0"/>
              </a:rPr>
              <a:t>To write a code compliable to both compiler, then this preprocessor example can be used.</a:t>
            </a:r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81CE16A8-CDD1-689F-C093-15ADB0FD1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6" y="3223274"/>
            <a:ext cx="7525264" cy="874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54896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C798-F9E4-5CB7-79BA-D2D4664D2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B838-43FF-6BF0-593B-7E0E6C2EB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ahoma" pitchFamily="34" charset="0"/>
                <a:cs typeface="Tahoma" pitchFamily="34" charset="0"/>
              </a:rPr>
              <a:t>C Preprocessor Directive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41BA0F-03DE-50D5-DA85-01366F9B3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2D4E5EFE-C189-CE2E-00E6-DB8574761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1968" y="3621249"/>
            <a:ext cx="10802112" cy="710067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marL="571500" indent="-571500" algn="l" defTabSz="914400" fontAlgn="base" hangingPunct="1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4000" kern="1200" dirty="0">
                <a:solidFill>
                  <a:srgbClr val="000000"/>
                </a:solidFill>
                <a:cs typeface="Tahoma" pitchFamily="34" charset="0"/>
              </a:rPr>
              <a:t>This program is to be compiled in Turbo-C</a:t>
            </a:r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0070541B-22E7-305A-AC80-1E1A8C44E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5" y="3266216"/>
            <a:ext cx="7232657" cy="884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115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6EA5-BCA1-3295-49C2-DB14D881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C1F7-855D-E3C0-782B-68B7432F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C4902-46C4-1E95-FE4D-EA683502FD99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9368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1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Using &lt;</a:t>
            </a:r>
            <a:r>
              <a:rPr lang="en-US" altLang="en-US" sz="3600" dirty="0" err="1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malloc.h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&gt; describe the following function!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void *malloc ( 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size_t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size );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void *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calloc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( 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size_t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num, 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size_t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size );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void *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realloc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( void *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memblock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size_t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size );</a:t>
            </a:r>
          </a:p>
          <a:p>
            <a:pPr algn="just">
              <a:spcBef>
                <a:spcPts val="1200"/>
              </a:spcBef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void free ( void *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memblock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 );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2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void (*</a:t>
            </a:r>
            <a:r>
              <a:rPr lang="en-US" altLang="en-US" sz="3600" dirty="0" err="1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ptr</a:t>
            </a:r>
            <a:r>
              <a:rPr lang="en-US" altLang="en-US" sz="3600" dirty="0">
                <a:latin typeface="Courier New" panose="02070309020205020404" pitchFamily="49" charset="0"/>
                <a:ea typeface="Open Sans Light" panose="020B0306030504020204" pitchFamily="34" charset="0"/>
                <a:cs typeface="Courier New" panose="02070309020205020404" pitchFamily="49" charset="0"/>
              </a:rPr>
              <a:t>[3])(int)= {function1. function2, function3};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Describe the above code!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174800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2F24-A024-DDB8-4EBF-D29F7D5D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ABD7E-AB22-4EE5-E68B-91D2ACAFE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A44E4-A9EB-F823-C81C-1C13969224C6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9368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3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Describe the following preprocessor directive: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b="1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1F671635-BB34-55D5-2ADF-FBDD96F4A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7377" y="4977384"/>
            <a:ext cx="8223504" cy="5080494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marL="742950" indent="-742950" algn="l">
              <a:buFont typeface="+mj-lt"/>
              <a:buAutoNum type="arabicPeriod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#ifdef</a:t>
            </a:r>
            <a:endParaRPr lang="en-US" sz="36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lvl="2"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……</a:t>
            </a:r>
          </a:p>
          <a:p>
            <a:pPr lvl="1"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#endif</a:t>
            </a:r>
          </a:p>
          <a:p>
            <a:pPr marL="742950" indent="-742950" algn="l">
              <a:buFont typeface="+mj-lt"/>
              <a:buAutoNum type="arabicPeriod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#error </a:t>
            </a:r>
          </a:p>
          <a:p>
            <a:pPr marL="742950" indent="-742950" algn="l">
              <a:buFont typeface="+mj-lt"/>
              <a:buAutoNum type="arabicPeriod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#pragma</a:t>
            </a:r>
          </a:p>
          <a:p>
            <a:pPr marL="742950" indent="-742950" algn="l">
              <a:buFont typeface="+mj-lt"/>
              <a:buAutoNum type="arabicPeriod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#line</a:t>
            </a:r>
          </a:p>
          <a:p>
            <a:pPr marL="742950" indent="-742950" algn="l">
              <a:buFont typeface="+mj-lt"/>
              <a:buAutoNum type="arabicPeriod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#ifndef</a:t>
            </a:r>
            <a:endParaRPr lang="en-US" sz="3600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 lvl="2"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1943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……</a:t>
            </a:r>
          </a:p>
          <a:p>
            <a:pPr lvl="1" algn="l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d-ID" sz="3600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#endif</a:t>
            </a:r>
          </a:p>
        </p:txBody>
      </p:sp>
    </p:spTree>
    <p:extLst>
      <p:ext uri="{BB962C8B-B14F-4D97-AF65-F5344CB8AC3E}">
        <p14:creationId xmlns:p14="http://schemas.microsoft.com/office/powerpoint/2010/main" val="969322030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26592-FDA9-F276-62FA-94A9ACC0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62AE3-AA51-A052-0192-A06207A67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exercise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62A81-E16A-DFF1-5288-4A9AD421F943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8586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4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C language provides the following predefined symbolic constant: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__LINE__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__FILE__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__DATE__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__TIME__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Describe each symbolic constant above!</a:t>
            </a:r>
          </a:p>
          <a:p>
            <a:pPr marL="0" indent="0" algn="just">
              <a:spcBef>
                <a:spcPts val="1200"/>
              </a:spcBef>
              <a:buNone/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b="1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Question 5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Describe the pro-cons of using macro along with a function!</a:t>
            </a:r>
          </a:p>
        </p:txBody>
      </p:sp>
    </p:spTree>
    <p:extLst>
      <p:ext uri="{BB962C8B-B14F-4D97-AF65-F5344CB8AC3E}">
        <p14:creationId xmlns:p14="http://schemas.microsoft.com/office/powerpoint/2010/main" val="2348657055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95257-A1EC-3486-F40D-D5E48334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145AB-9D68-476E-2CA9-0301671F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Tahoma" pitchFamily="34" charset="0"/>
                <a:cs typeface="Tahoma" pitchFamily="34" charset="0"/>
              </a:rPr>
              <a:t>SUMMARY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736EA-6948-CC3C-404C-D901D54C4C03}"/>
              </a:ext>
            </a:extLst>
          </p:cNvPr>
          <p:cNvSpPr txBox="1">
            <a:spLocks/>
          </p:cNvSpPr>
          <p:nvPr/>
        </p:nvSpPr>
        <p:spPr>
          <a:xfrm>
            <a:off x="2167377" y="3257550"/>
            <a:ext cx="20502123" cy="5959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Memory allocation: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acquiring some memory space (RAM) managed by the OS to be used by a program</a:t>
            </a:r>
          </a:p>
          <a:p>
            <a:pPr>
              <a:spcBef>
                <a:spcPts val="1200"/>
              </a:spcBef>
            </a:pPr>
            <a:endParaRPr lang="en-US" altLang="en-US" sz="4000" dirty="0">
              <a:latin typeface="+mj-lt"/>
              <a:ea typeface="Open Sans Light" panose="020B0306030504020204" pitchFamily="34" charset="0"/>
              <a:cs typeface="Courier New" panose="02070309020205020404" pitchFamily="49" charset="0"/>
            </a:endParaRPr>
          </a:p>
          <a:p>
            <a:pPr>
              <a:spcBef>
                <a:spcPts val="1200"/>
              </a:spcBef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Memory de-allocation:</a:t>
            </a:r>
          </a:p>
          <a:p>
            <a:pPr marL="623888" lvl="1" indent="0">
              <a:spcBef>
                <a:spcPts val="1200"/>
              </a:spcBef>
              <a:buNone/>
            </a:pPr>
            <a:r>
              <a:rPr lang="en-US" altLang="en-US" sz="4000" dirty="0">
                <a:latin typeface="+mj-lt"/>
                <a:ea typeface="Open Sans Light" panose="020B0306030504020204" pitchFamily="34" charset="0"/>
                <a:cs typeface="Courier New" panose="02070309020205020404" pitchFamily="49" charset="0"/>
              </a:rPr>
              <a:t>releasing memory space (RAM) back to the OS</a:t>
            </a:r>
          </a:p>
        </p:txBody>
      </p:sp>
    </p:spTree>
    <p:extLst>
      <p:ext uri="{BB962C8B-B14F-4D97-AF65-F5344CB8AC3E}">
        <p14:creationId xmlns:p14="http://schemas.microsoft.com/office/powerpoint/2010/main" val="694380247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09BD8-6A35-C6F1-8612-C1D26B50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445B8-DA6B-8391-50C8-B64F103BB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REFRENCES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C637192-B017-8920-94C9-2C0A55F44F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300067"/>
            <a:ext cx="19460171" cy="1001836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Paul Deitel &amp; Harvey Deitel. (2021). C how to program. 09. Pearson  Education. New York. ISBN: 9780137398393.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 - Storage Classes: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2"/>
              </a:rPr>
              <a:t>http://www.tutorialspoint.com/cprogramming/c_storage_classes.htm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 </a:t>
            </a:r>
          </a:p>
          <a:p>
            <a:pPr>
              <a:spcBef>
                <a:spcPts val="1200"/>
              </a:spcBef>
            </a:pP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C Programming - Dynamic Memory allocation: 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  <a:hlinkClick r:id="rId3"/>
              </a:rPr>
              <a:t>http://www.exforsys.com/tutorials/c-language/dynamic-memory-allocation-in-c.html</a:t>
            </a:r>
            <a:r>
              <a:rPr lang="en-US" altLang="en-US" sz="3600" dirty="0"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</a:p>
          <a:p>
            <a:pPr>
              <a:spcBef>
                <a:spcPts val="1200"/>
              </a:spcBef>
            </a:pPr>
            <a:endParaRPr lang="en-US" altLang="en-US" sz="3600" dirty="0">
              <a:latin typeface="+mj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90936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437cf3-862c-4aa8-bd7e-caeecb8e11df">
      <Terms xmlns="http://schemas.microsoft.com/office/infopath/2007/PartnerControls"/>
    </lcf76f155ced4ddcb4097134ff3c332f>
    <TaxCatchAll xmlns="fc2d5289-3ec1-4d76-80c1-a1cd17baf85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CA077843E12C45ABBF89EA0D3E6ECB" ma:contentTypeVersion="12" ma:contentTypeDescription="Create a new document." ma:contentTypeScope="" ma:versionID="5ed595dea67b8b322e39378c6251215c">
  <xsd:schema xmlns:xsd="http://www.w3.org/2001/XMLSchema" xmlns:xs="http://www.w3.org/2001/XMLSchema" xmlns:p="http://schemas.microsoft.com/office/2006/metadata/properties" xmlns:ns2="02437cf3-862c-4aa8-bd7e-caeecb8e11df" xmlns:ns3="fc2d5289-3ec1-4d76-80c1-a1cd17baf85c" targetNamespace="http://schemas.microsoft.com/office/2006/metadata/properties" ma:root="true" ma:fieldsID="d378c5c85e55afa0691156e287dbbb41" ns2:_="" ns3:_="">
    <xsd:import namespace="02437cf3-862c-4aa8-bd7e-caeecb8e11df"/>
    <xsd:import namespace="fc2d5289-3ec1-4d76-80c1-a1cd17baf8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37cf3-862c-4aa8-bd7e-caeecb8e1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d5289-3ec1-4d76-80c1-a1cd17baf8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ed2725a-0247-41b8-b239-ecd86c77a8ad}" ma:internalName="TaxCatchAll" ma:showField="CatchAllData" ma:web="fc2d5289-3ec1-4d76-80c1-a1cd17baf8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9C2ABC-B949-4220-B159-850C57BEB8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732F16-8664-4EB0-BFDC-CCB5AECAC736}">
  <ds:schemaRefs>
    <ds:schemaRef ds:uri="02437cf3-862c-4aa8-bd7e-caeecb8e11df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fc2d5289-3ec1-4d76-80c1-a1cd17baf85c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EC1BE3A-9E78-44F3-B3F0-28B23161E4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37cf3-862c-4aa8-bd7e-caeecb8e11df"/>
    <ds:schemaRef ds:uri="fc2d5289-3ec1-4d76-80c1-a1cd17baf8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1. Algorithm &amp; Programming and Introduction to C Programming</Template>
  <TotalTime>5599</TotalTime>
  <Words>2180</Words>
  <Application>Microsoft Office PowerPoint</Application>
  <PresentationFormat>Custom</PresentationFormat>
  <Paragraphs>415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21_BasicWhite</vt:lpstr>
      <vt:lpstr>Memory Allocation</vt:lpstr>
      <vt:lpstr>Learning Objectives</vt:lpstr>
      <vt:lpstr>Subtopics</vt:lpstr>
      <vt:lpstr>Static keyword</vt:lpstr>
      <vt:lpstr>Static keyword</vt:lpstr>
      <vt:lpstr>Static keyword</vt:lpstr>
      <vt:lpstr>Void * Data Type</vt:lpstr>
      <vt:lpstr>Void * Data Type</vt:lpstr>
      <vt:lpstr>Const Char *</vt:lpstr>
      <vt:lpstr>Command Line Argument</vt:lpstr>
      <vt:lpstr>Command Line Argument</vt:lpstr>
      <vt:lpstr>Command execution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Memory Allocation</vt:lpstr>
      <vt:lpstr>macro</vt:lpstr>
      <vt:lpstr>macro</vt:lpstr>
      <vt:lpstr>Pointer to Functions</vt:lpstr>
      <vt:lpstr>Pointer to Functions</vt:lpstr>
      <vt:lpstr>C Preprocessor Directive</vt:lpstr>
      <vt:lpstr>C Preprocessor Directive</vt:lpstr>
      <vt:lpstr>C Preprocessor Directive</vt:lpstr>
      <vt:lpstr>C Preprocessor Directive</vt:lpstr>
      <vt:lpstr>exercise</vt:lpstr>
      <vt:lpstr>exercise</vt:lpstr>
      <vt:lpstr>exercise</vt:lpstr>
      <vt:lpstr>SUMMARY</vt:lpstr>
      <vt:lpstr>REFRENCES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SHANIA PRICCILIA</dc:creator>
  <cp:lastModifiedBy>SHANIA PRICCILIA</cp:lastModifiedBy>
  <cp:revision>70</cp:revision>
  <dcterms:created xsi:type="dcterms:W3CDTF">2025-05-12T11:13:33Z</dcterms:created>
  <dcterms:modified xsi:type="dcterms:W3CDTF">2025-06-30T16:03:33Z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0x010100B4CA077843E12C45ABBF89EA0D3E6ECB</vt:lpwstr>
  </property>
  <property fmtid="{D5CDD505-2E9C-101B-9397-08002B2CF9AE}" pid="3" name="MediaServiceImageTags">
    <vt:lpwstr/>
  </property>
</Properties>
</file>