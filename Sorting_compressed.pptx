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7"/>
  </p:notesMasterIdLst>
  <p:sldIdLst>
    <p:sldId id="256" r:id="rId5"/>
    <p:sldId id="258" r:id="rId6"/>
    <p:sldId id="259" r:id="rId7"/>
    <p:sldId id="262" r:id="rId8"/>
    <p:sldId id="475" r:id="rId9"/>
    <p:sldId id="458" r:id="rId10"/>
    <p:sldId id="477" r:id="rId11"/>
    <p:sldId id="478" r:id="rId12"/>
    <p:sldId id="479" r:id="rId13"/>
    <p:sldId id="480" r:id="rId14"/>
    <p:sldId id="481" r:id="rId15"/>
    <p:sldId id="482" r:id="rId16"/>
    <p:sldId id="483" r:id="rId17"/>
    <p:sldId id="485" r:id="rId18"/>
    <p:sldId id="486" r:id="rId19"/>
    <p:sldId id="491" r:id="rId20"/>
    <p:sldId id="492" r:id="rId21"/>
    <p:sldId id="487" r:id="rId22"/>
    <p:sldId id="493" r:id="rId23"/>
    <p:sldId id="494" r:id="rId24"/>
    <p:sldId id="495" r:id="rId25"/>
    <p:sldId id="496" r:id="rId26"/>
    <p:sldId id="497" r:id="rId27"/>
    <p:sldId id="503" r:id="rId28"/>
    <p:sldId id="499" r:id="rId29"/>
    <p:sldId id="500" r:id="rId30"/>
    <p:sldId id="501" r:id="rId31"/>
    <p:sldId id="502" r:id="rId32"/>
    <p:sldId id="333" r:id="rId33"/>
    <p:sldId id="504" r:id="rId34"/>
    <p:sldId id="390" r:id="rId35"/>
    <p:sldId id="287" r:id="rId36"/>
  </p:sldIdLst>
  <p:sldSz cx="24384000" cy="13716000"/>
  <p:notesSz cx="6858000" cy="9144000"/>
  <p:embeddedFontLst>
    <p:embeddedFont>
      <p:font typeface="OCRB" panose="020B0609020202020204" pitchFamily="49" charset="77"/>
      <p:regular r:id="rId38"/>
    </p:embeddedFont>
    <p:embeddedFont>
      <p:font typeface="Open Sans ExtraBold" panose="020B0606030504020204" pitchFamily="34" charset="0"/>
      <p:regular r:id="rId39"/>
      <p:bold r:id="rId40"/>
      <p:italic r:id="rId41"/>
      <p:boldItalic r:id="rId42"/>
    </p:embeddedFont>
    <p:embeddedFont>
      <p:font typeface="Open Sans Light" panose="020B0306030504020204" pitchFamily="34" charset="0"/>
      <p:regular r:id="rId43"/>
      <p:bold r:id="rId44"/>
      <p:italic r:id="rId45"/>
    </p:embeddedFont>
    <p:embeddedFont>
      <p:font typeface="Open Sans Semibold" panose="020B0606030504020204" pitchFamily="34" charset="0"/>
      <p:regular r:id="rId46"/>
      <p:bold r:id="rId47"/>
      <p:italic r:id="rId48"/>
      <p:boldItalic r:id="rId49"/>
    </p:embeddedFont>
    <p:embeddedFont>
      <p:font typeface="Tahoma" panose="020B0604030504040204" pitchFamily="34" charset="0"/>
      <p:regular r:id="rId50"/>
      <p:bold r:id="rId5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384546-F8B2-E9EB-74A6-F8A2B9D90A02}" v="2" dt="2025-06-27T13:47:31.631"/>
    <p1510:client id="{3D722FEF-9199-C348-8ED7-A0275CD83339}" v="105" dt="2025-06-28T01:28:46.16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67" autoAdjust="0"/>
    <p:restoredTop sz="96197"/>
  </p:normalViewPr>
  <p:slideViewPr>
    <p:cSldViewPr snapToGrid="0" snapToObjects="1">
      <p:cViewPr varScale="1">
        <p:scale>
          <a:sx n="46" d="100"/>
          <a:sy n="46" d="100"/>
        </p:scale>
        <p:origin x="208" y="72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font" Target="fonts/font1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2.fntdata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A PRICCILIA" userId="28f68feb-2ad7-4195-8423-6eee3405c604" providerId="ADAL" clId="{82628CBF-6481-4E94-A214-87D36D7D6873}"/>
    <pc:docChg chg="undo custSel addSld delSld modSld sldOrd">
      <pc:chgData name="SHANIA PRICCILIA" userId="28f68feb-2ad7-4195-8423-6eee3405c604" providerId="ADAL" clId="{82628CBF-6481-4E94-A214-87D36D7D6873}" dt="2025-06-09T17:16:04.587" v="579" actId="20577"/>
      <pc:docMkLst>
        <pc:docMk/>
      </pc:docMkLst>
      <pc:sldChg chg="modSp mod">
        <pc:chgData name="SHANIA PRICCILIA" userId="28f68feb-2ad7-4195-8423-6eee3405c604" providerId="ADAL" clId="{82628CBF-6481-4E94-A214-87D36D7D6873}" dt="2025-06-09T08:48:27.265" v="6" actId="20577"/>
        <pc:sldMkLst>
          <pc:docMk/>
          <pc:sldMk cId="4105662268" sldId="259"/>
        </pc:sldMkLst>
      </pc:sldChg>
      <pc:sldChg chg="modSp mod">
        <pc:chgData name="SHANIA PRICCILIA" userId="28f68feb-2ad7-4195-8423-6eee3405c604" providerId="ADAL" clId="{82628CBF-6481-4E94-A214-87D36D7D6873}" dt="2025-06-09T17:16:04.587" v="579" actId="20577"/>
        <pc:sldMkLst>
          <pc:docMk/>
          <pc:sldMk cId="3376909363" sldId="287"/>
        </pc:sldMkLst>
        <pc:spChg chg="mod">
          <ac:chgData name="SHANIA PRICCILIA" userId="28f68feb-2ad7-4195-8423-6eee3405c604" providerId="ADAL" clId="{82628CBF-6481-4E94-A214-87D36D7D6873}" dt="2025-06-09T17:16:04.587" v="579" actId="20577"/>
          <ac:spMkLst>
            <pc:docMk/>
            <pc:sldMk cId="3376909363" sldId="287"/>
            <ac:spMk id="13" creationId="{FC637192-B017-8920-94C9-2C0A55F44F6B}"/>
          </ac:spMkLst>
        </pc:spChg>
      </pc:sldChg>
      <pc:sldChg chg="delSp modSp mod">
        <pc:chgData name="SHANIA PRICCILIA" userId="28f68feb-2ad7-4195-8423-6eee3405c604" providerId="ADAL" clId="{82628CBF-6481-4E94-A214-87D36D7D6873}" dt="2025-06-09T16:56:18.492" v="449" actId="6549"/>
        <pc:sldMkLst>
          <pc:docMk/>
          <pc:sldMk cId="2125174800" sldId="333"/>
        </pc:sldMkLst>
        <pc:spChg chg="mod">
          <ac:chgData name="SHANIA PRICCILIA" userId="28f68feb-2ad7-4195-8423-6eee3405c604" providerId="ADAL" clId="{82628CBF-6481-4E94-A214-87D36D7D6873}" dt="2025-06-09T16:56:18.492" v="449" actId="6549"/>
          <ac:spMkLst>
            <pc:docMk/>
            <pc:sldMk cId="2125174800" sldId="333"/>
            <ac:spMk id="4" creationId="{E80C4902-46C4-1E95-FE4D-EA683502FD99}"/>
          </ac:spMkLst>
        </pc:spChg>
      </pc:sldChg>
      <pc:sldChg chg="modSp mod">
        <pc:chgData name="SHANIA PRICCILIA" userId="28f68feb-2ad7-4195-8423-6eee3405c604" providerId="ADAL" clId="{82628CBF-6481-4E94-A214-87D36D7D6873}" dt="2025-06-09T08:49:26.871" v="36" actId="20577"/>
        <pc:sldMkLst>
          <pc:docMk/>
          <pc:sldMk cId="1716095985" sldId="366"/>
        </pc:sldMkLst>
      </pc:sldChg>
      <pc:sldChg chg="addSp delSp modSp mod">
        <pc:chgData name="SHANIA PRICCILIA" userId="28f68feb-2ad7-4195-8423-6eee3405c604" providerId="ADAL" clId="{82628CBF-6481-4E94-A214-87D36D7D6873}" dt="2025-06-09T09:34:40.228" v="293" actId="20577"/>
        <pc:sldMkLst>
          <pc:docMk/>
          <pc:sldMk cId="803399806" sldId="369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4056786384" sldId="370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578472866" sldId="371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12524032" sldId="373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931679586" sldId="374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075557937" sldId="375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2354402801" sldId="376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2020080599" sldId="377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3874416" sldId="378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4220902547" sldId="379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013816442" sldId="380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2065229291" sldId="381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074427970" sldId="382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155622403" sldId="383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612035401" sldId="385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562817498" sldId="386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217161522" sldId="387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068690720" sldId="388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010278789" sldId="389"/>
        </pc:sldMkLst>
      </pc:sldChg>
      <pc:sldChg chg="modSp mod">
        <pc:chgData name="SHANIA PRICCILIA" userId="28f68feb-2ad7-4195-8423-6eee3405c604" providerId="ADAL" clId="{82628CBF-6481-4E94-A214-87D36D7D6873}" dt="2025-06-09T17:15:29.021" v="574" actId="12"/>
        <pc:sldMkLst>
          <pc:docMk/>
          <pc:sldMk cId="694380247" sldId="390"/>
        </pc:sldMkLst>
        <pc:spChg chg="mod">
          <ac:chgData name="SHANIA PRICCILIA" userId="28f68feb-2ad7-4195-8423-6eee3405c604" providerId="ADAL" clId="{82628CBF-6481-4E94-A214-87D36D7D6873}" dt="2025-06-09T17:15:29.021" v="574" actId="12"/>
          <ac:spMkLst>
            <pc:docMk/>
            <pc:sldMk cId="694380247" sldId="390"/>
            <ac:spMk id="4" creationId="{A3F736EA-6948-CC3C-404C-D901D54C4C03}"/>
          </ac:spMkLst>
        </pc:spChg>
      </pc:sldChg>
      <pc:sldChg chg="del">
        <pc:chgData name="SHANIA PRICCILIA" userId="28f68feb-2ad7-4195-8423-6eee3405c604" providerId="ADAL" clId="{82628CBF-6481-4E94-A214-87D36D7D6873}" dt="2025-06-09T16:58:32.687" v="489" actId="47"/>
        <pc:sldMkLst>
          <pc:docMk/>
          <pc:sldMk cId="766404667" sldId="391"/>
        </pc:sldMkLst>
      </pc:sldChg>
      <pc:sldChg chg="addSp modSp mod">
        <pc:chgData name="SHANIA PRICCILIA" userId="28f68feb-2ad7-4195-8423-6eee3405c604" providerId="ADAL" clId="{82628CBF-6481-4E94-A214-87D36D7D6873}" dt="2025-06-09T17:14:28.283" v="563" actId="20577"/>
        <pc:sldMkLst>
          <pc:docMk/>
          <pc:sldMk cId="26577216" sldId="392"/>
        </pc:sldMkLst>
      </pc:sldChg>
      <pc:sldChg chg="del ord">
        <pc:chgData name="SHANIA PRICCILIA" userId="28f68feb-2ad7-4195-8423-6eee3405c604" providerId="ADAL" clId="{82628CBF-6481-4E94-A214-87D36D7D6873}" dt="2025-06-09T17:14:16.755" v="561" actId="2696"/>
        <pc:sldMkLst>
          <pc:docMk/>
          <pc:sldMk cId="3946212072" sldId="393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952783278" sldId="394"/>
        </pc:sldMkLst>
      </pc:sldChg>
      <pc:sldChg chg="modSp mod">
        <pc:chgData name="SHANIA PRICCILIA" userId="28f68feb-2ad7-4195-8423-6eee3405c604" providerId="ADAL" clId="{82628CBF-6481-4E94-A214-87D36D7D6873}" dt="2025-06-09T08:48:48.601" v="8" actId="20577"/>
        <pc:sldMkLst>
          <pc:docMk/>
          <pc:sldMk cId="2515440498" sldId="402"/>
        </pc:sldMkLst>
      </pc:sldChg>
      <pc:sldChg chg="modSp mod">
        <pc:chgData name="SHANIA PRICCILIA" userId="28f68feb-2ad7-4195-8423-6eee3405c604" providerId="ADAL" clId="{82628CBF-6481-4E94-A214-87D36D7D6873}" dt="2025-06-09T08:50:10.871" v="44" actId="179"/>
        <pc:sldMkLst>
          <pc:docMk/>
          <pc:sldMk cId="3263777252" sldId="406"/>
        </pc:sldMkLst>
      </pc:sldChg>
      <pc:sldChg chg="modSp mod">
        <pc:chgData name="SHANIA PRICCILIA" userId="28f68feb-2ad7-4195-8423-6eee3405c604" providerId="ADAL" clId="{82628CBF-6481-4E94-A214-87D36D7D6873}" dt="2025-06-09T08:50:25.164" v="47" actId="27636"/>
        <pc:sldMkLst>
          <pc:docMk/>
          <pc:sldMk cId="1617631021" sldId="407"/>
        </pc:sldMkLst>
      </pc:sldChg>
      <pc:sldChg chg="addSp delSp modSp mod">
        <pc:chgData name="SHANIA PRICCILIA" userId="28f68feb-2ad7-4195-8423-6eee3405c604" providerId="ADAL" clId="{82628CBF-6481-4E94-A214-87D36D7D6873}" dt="2025-06-09T09:06:24.518" v="142" actId="113"/>
        <pc:sldMkLst>
          <pc:docMk/>
          <pc:sldMk cId="3499547640" sldId="409"/>
        </pc:sldMkLst>
      </pc:sldChg>
      <pc:sldChg chg="modSp mod ord">
        <pc:chgData name="SHANIA PRICCILIA" userId="28f68feb-2ad7-4195-8423-6eee3405c604" providerId="ADAL" clId="{82628CBF-6481-4E94-A214-87D36D7D6873}" dt="2025-06-09T08:53:38.726" v="61"/>
        <pc:sldMkLst>
          <pc:docMk/>
          <pc:sldMk cId="3385033690" sldId="410"/>
        </pc:sldMkLst>
      </pc:sldChg>
      <pc:sldChg chg="addSp delSp modSp add mod ord">
        <pc:chgData name="SHANIA PRICCILIA" userId="28f68feb-2ad7-4195-8423-6eee3405c604" providerId="ADAL" clId="{82628CBF-6481-4E94-A214-87D36D7D6873}" dt="2025-06-09T09:51:27.360" v="428"/>
        <pc:sldMkLst>
          <pc:docMk/>
          <pc:sldMk cId="1627699461" sldId="411"/>
        </pc:sldMkLst>
      </pc:sldChg>
      <pc:sldChg chg="addSp modSp add mod">
        <pc:chgData name="SHANIA PRICCILIA" userId="28f68feb-2ad7-4195-8423-6eee3405c604" providerId="ADAL" clId="{82628CBF-6481-4E94-A214-87D36D7D6873}" dt="2025-06-09T16:57:39.564" v="486" actId="12"/>
        <pc:sldMkLst>
          <pc:docMk/>
          <pc:sldMk cId="308260660" sldId="412"/>
        </pc:sldMkLst>
      </pc:sldChg>
      <pc:sldChg chg="addSp delSp modSp add mod">
        <pc:chgData name="SHANIA PRICCILIA" userId="28f68feb-2ad7-4195-8423-6eee3405c604" providerId="ADAL" clId="{82628CBF-6481-4E94-A214-87D36D7D6873}" dt="2025-06-09T17:15:02.057" v="569" actId="14100"/>
        <pc:sldMkLst>
          <pc:docMk/>
          <pc:sldMk cId="3391772087" sldId="413"/>
        </pc:sldMkLst>
      </pc:sldChg>
    </pc:docChg>
  </pc:docChgLst>
  <pc:docChgLst>
    <pc:chgData name="SHANIA PRICCILIA" userId="28f68feb-2ad7-4195-8423-6eee3405c604" providerId="ADAL" clId="{ADEE20CE-C610-42F7-84D7-E91507355080}"/>
    <pc:docChg chg="undo redo custSel addSld delSld modSld sldOrd">
      <pc:chgData name="SHANIA PRICCILIA" userId="28f68feb-2ad7-4195-8423-6eee3405c604" providerId="ADAL" clId="{ADEE20CE-C610-42F7-84D7-E91507355080}" dt="2025-06-14T15:14:38.379" v="1484" actId="20577"/>
      <pc:docMkLst>
        <pc:docMk/>
      </pc:docMkLst>
      <pc:sldChg chg="modSp mod">
        <pc:chgData name="SHANIA PRICCILIA" userId="28f68feb-2ad7-4195-8423-6eee3405c604" providerId="ADAL" clId="{ADEE20CE-C610-42F7-84D7-E91507355080}" dt="2025-06-13T05:00:23.721" v="5" actId="20577"/>
        <pc:sldMkLst>
          <pc:docMk/>
          <pc:sldMk cId="3807564589" sldId="256"/>
        </pc:sldMkLst>
        <pc:spChg chg="mod">
          <ac:chgData name="SHANIA PRICCILIA" userId="28f68feb-2ad7-4195-8423-6eee3405c604" providerId="ADAL" clId="{ADEE20CE-C610-42F7-84D7-E91507355080}" dt="2025-06-13T05:00:23.721" v="5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HANIA PRICCILIA" userId="28f68feb-2ad7-4195-8423-6eee3405c604" providerId="ADAL" clId="{ADEE20CE-C610-42F7-84D7-E91507355080}" dt="2025-06-13T05:10:03.144" v="8"/>
        <pc:sldMkLst>
          <pc:docMk/>
          <pc:sldMk cId="1968907909" sldId="258"/>
        </pc:sldMkLst>
        <pc:spChg chg="mod">
          <ac:chgData name="SHANIA PRICCILIA" userId="28f68feb-2ad7-4195-8423-6eee3405c604" providerId="ADAL" clId="{ADEE20CE-C610-42F7-84D7-E91507355080}" dt="2025-06-13T05:10:03.144" v="8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SHANIA PRICCILIA" userId="28f68feb-2ad7-4195-8423-6eee3405c604" providerId="ADAL" clId="{ADEE20CE-C610-42F7-84D7-E91507355080}" dt="2025-06-13T10:59:42.688" v="260" actId="403"/>
        <pc:sldMkLst>
          <pc:docMk/>
          <pc:sldMk cId="4105662268" sldId="259"/>
        </pc:sldMkLst>
        <pc:spChg chg="mod">
          <ac:chgData name="SHANIA PRICCILIA" userId="28f68feb-2ad7-4195-8423-6eee3405c604" providerId="ADAL" clId="{ADEE20CE-C610-42F7-84D7-E91507355080}" dt="2025-06-13T10:59:42.688" v="260" actId="403"/>
          <ac:spMkLst>
            <pc:docMk/>
            <pc:sldMk cId="4105662268" sldId="259"/>
            <ac:spMk id="4" creationId="{F37B5071-5AEC-07E9-E361-22C4629DB39D}"/>
          </ac:spMkLst>
        </pc:spChg>
      </pc:sldChg>
      <pc:sldChg chg="delSp modSp mod">
        <pc:chgData name="SHANIA PRICCILIA" userId="28f68feb-2ad7-4195-8423-6eee3405c604" providerId="ADAL" clId="{ADEE20CE-C610-42F7-84D7-E91507355080}" dt="2025-06-13T05:23:35.358" v="32" actId="255"/>
        <pc:sldMkLst>
          <pc:docMk/>
          <pc:sldMk cId="852008808" sldId="262"/>
        </pc:sldMkLst>
        <pc:spChg chg="mod">
          <ac:chgData name="SHANIA PRICCILIA" userId="28f68feb-2ad7-4195-8423-6eee3405c604" providerId="ADAL" clId="{ADEE20CE-C610-42F7-84D7-E91507355080}" dt="2025-06-13T05:21:55.058" v="22" actId="20577"/>
          <ac:spMkLst>
            <pc:docMk/>
            <pc:sldMk cId="852008808" sldId="262"/>
            <ac:spMk id="2" creationId="{B5ED9BEF-9542-7100-1D62-738DD1E8400C}"/>
          </ac:spMkLst>
        </pc:spChg>
        <pc:spChg chg="mod">
          <ac:chgData name="SHANIA PRICCILIA" userId="28f68feb-2ad7-4195-8423-6eee3405c604" providerId="ADAL" clId="{ADEE20CE-C610-42F7-84D7-E91507355080}" dt="2025-06-13T05:23:35.358" v="32" actId="255"/>
          <ac:spMkLst>
            <pc:docMk/>
            <pc:sldMk cId="852008808" sldId="262"/>
            <ac:spMk id="4" creationId="{A658487A-CC6E-01E0-FD53-981205337ECB}"/>
          </ac:spMkLst>
        </pc:spChg>
      </pc:sldChg>
      <pc:sldChg chg="modSp mod">
        <pc:chgData name="SHANIA PRICCILIA" userId="28f68feb-2ad7-4195-8423-6eee3405c604" providerId="ADAL" clId="{ADEE20CE-C610-42F7-84D7-E91507355080}" dt="2025-06-14T15:14:38.379" v="1484" actId="20577"/>
        <pc:sldMkLst>
          <pc:docMk/>
          <pc:sldMk cId="3376909363" sldId="287"/>
        </pc:sldMkLst>
        <pc:spChg chg="mod">
          <ac:chgData name="SHANIA PRICCILIA" userId="28f68feb-2ad7-4195-8423-6eee3405c604" providerId="ADAL" clId="{ADEE20CE-C610-42F7-84D7-E91507355080}" dt="2025-06-14T15:14:38.379" v="1484" actId="20577"/>
          <ac:spMkLst>
            <pc:docMk/>
            <pc:sldMk cId="3376909363" sldId="287"/>
            <ac:spMk id="13" creationId="{FC637192-B017-8920-94C9-2C0A55F44F6B}"/>
          </ac:spMkLst>
        </pc:spChg>
      </pc:sldChg>
      <pc:sldChg chg="addSp delSp modSp mod">
        <pc:chgData name="SHANIA PRICCILIA" userId="28f68feb-2ad7-4195-8423-6eee3405c604" providerId="ADAL" clId="{ADEE20CE-C610-42F7-84D7-E91507355080}" dt="2025-06-14T08:42:25.317" v="773" actId="948"/>
        <pc:sldMkLst>
          <pc:docMk/>
          <pc:sldMk cId="1571411344" sldId="308"/>
        </pc:sldMkLst>
      </pc:sldChg>
      <pc:sldChg chg="modSp mod">
        <pc:chgData name="SHANIA PRICCILIA" userId="28f68feb-2ad7-4195-8423-6eee3405c604" providerId="ADAL" clId="{ADEE20CE-C610-42F7-84D7-E91507355080}" dt="2025-06-14T15:01:17.608" v="1323" actId="20577"/>
        <pc:sldMkLst>
          <pc:docMk/>
          <pc:sldMk cId="2125174800" sldId="333"/>
        </pc:sldMkLst>
        <pc:spChg chg="mod">
          <ac:chgData name="SHANIA PRICCILIA" userId="28f68feb-2ad7-4195-8423-6eee3405c604" providerId="ADAL" clId="{ADEE20CE-C610-42F7-84D7-E91507355080}" dt="2025-06-14T15:01:17.608" v="1323" actId="20577"/>
          <ac:spMkLst>
            <pc:docMk/>
            <pc:sldMk cId="2125174800" sldId="333"/>
            <ac:spMk id="4" creationId="{E80C4902-46C4-1E95-FE4D-EA683502FD99}"/>
          </ac:spMkLst>
        </pc:spChg>
      </pc:sldChg>
      <pc:sldChg chg="modSp mod">
        <pc:chgData name="SHANIA PRICCILIA" userId="28f68feb-2ad7-4195-8423-6eee3405c604" providerId="ADAL" clId="{ADEE20CE-C610-42F7-84D7-E91507355080}" dt="2025-06-14T10:38:07.743" v="1198" actId="207"/>
        <pc:sldMkLst>
          <pc:docMk/>
          <pc:sldMk cId="1288168657" sldId="349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683118197" sldId="352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164903481" sldId="365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1716095985" sldId="366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90168046" sldId="367"/>
        </pc:sldMkLst>
      </pc:sldChg>
      <pc:sldChg chg="del">
        <pc:chgData name="SHANIA PRICCILIA" userId="28f68feb-2ad7-4195-8423-6eee3405c604" providerId="ADAL" clId="{ADEE20CE-C610-42F7-84D7-E91507355080}" dt="2025-06-14T14:59:16.585" v="1299" actId="47"/>
        <pc:sldMkLst>
          <pc:docMk/>
          <pc:sldMk cId="3700504154" sldId="368"/>
        </pc:sldMkLst>
      </pc:sldChg>
      <pc:sldChg chg="del">
        <pc:chgData name="SHANIA PRICCILIA" userId="28f68feb-2ad7-4195-8423-6eee3405c604" providerId="ADAL" clId="{ADEE20CE-C610-42F7-84D7-E91507355080}" dt="2025-06-14T14:59:20.838" v="1302" actId="47"/>
        <pc:sldMkLst>
          <pc:docMk/>
          <pc:sldMk cId="803399806" sldId="369"/>
        </pc:sldMkLst>
      </pc:sldChg>
      <pc:sldChg chg="modSp mod">
        <pc:chgData name="SHANIA PRICCILIA" userId="28f68feb-2ad7-4195-8423-6eee3405c604" providerId="ADAL" clId="{ADEE20CE-C610-42F7-84D7-E91507355080}" dt="2025-06-14T15:13:49.015" v="1481"/>
        <pc:sldMkLst>
          <pc:docMk/>
          <pc:sldMk cId="694380247" sldId="390"/>
        </pc:sldMkLst>
        <pc:spChg chg="mod">
          <ac:chgData name="SHANIA PRICCILIA" userId="28f68feb-2ad7-4195-8423-6eee3405c604" providerId="ADAL" clId="{ADEE20CE-C610-42F7-84D7-E91507355080}" dt="2025-06-14T15:13:49.015" v="1481"/>
          <ac:spMkLst>
            <pc:docMk/>
            <pc:sldMk cId="694380247" sldId="390"/>
            <ac:spMk id="4" creationId="{A3F736EA-6948-CC3C-404C-D901D54C4C03}"/>
          </ac:spMkLst>
        </pc:spChg>
      </pc:sldChg>
      <pc:sldChg chg="del">
        <pc:chgData name="SHANIA PRICCILIA" userId="28f68feb-2ad7-4195-8423-6eee3405c604" providerId="ADAL" clId="{ADEE20CE-C610-42F7-84D7-E91507355080}" dt="2025-06-14T15:13:39.364" v="1480" actId="47"/>
        <pc:sldMkLst>
          <pc:docMk/>
          <pc:sldMk cId="26577216" sldId="392"/>
        </pc:sldMkLst>
      </pc:sldChg>
      <pc:sldChg chg="addSp delSp modSp mod">
        <pc:chgData name="SHANIA PRICCILIA" userId="28f68feb-2ad7-4195-8423-6eee3405c604" providerId="ADAL" clId="{ADEE20CE-C610-42F7-84D7-E91507355080}" dt="2025-06-13T05:31:41.009" v="88" actId="14100"/>
        <pc:sldMkLst>
          <pc:docMk/>
          <pc:sldMk cId="3221571069" sldId="395"/>
        </pc:sldMkLst>
      </pc:sldChg>
      <pc:sldChg chg="addSp modSp mod">
        <pc:chgData name="SHANIA PRICCILIA" userId="28f68feb-2ad7-4195-8423-6eee3405c604" providerId="ADAL" clId="{ADEE20CE-C610-42F7-84D7-E91507355080}" dt="2025-06-14T05:07:59.051" v="443" actId="14100"/>
        <pc:sldMkLst>
          <pc:docMk/>
          <pc:sldMk cId="409205538" sldId="396"/>
        </pc:sldMkLst>
      </pc:sldChg>
      <pc:sldChg chg="addSp modSp mod">
        <pc:chgData name="SHANIA PRICCILIA" userId="28f68feb-2ad7-4195-8423-6eee3405c604" providerId="ADAL" clId="{ADEE20CE-C610-42F7-84D7-E91507355080}" dt="2025-06-14T08:33:59.128" v="623" actId="1076"/>
        <pc:sldMkLst>
          <pc:docMk/>
          <pc:sldMk cId="3443013050" sldId="397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948086453" sldId="398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696264309" sldId="399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129293315" sldId="400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593976106" sldId="401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2515440498" sldId="402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4273590214" sldId="403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1178292027" sldId="404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2390363238" sldId="405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263777252" sldId="406"/>
        </pc:sldMkLst>
      </pc:sldChg>
      <pc:sldChg chg="del">
        <pc:chgData name="SHANIA PRICCILIA" userId="28f68feb-2ad7-4195-8423-6eee3405c604" providerId="ADAL" clId="{ADEE20CE-C610-42F7-84D7-E91507355080}" dt="2025-06-14T14:59:14.053" v="1297" actId="47"/>
        <pc:sldMkLst>
          <pc:docMk/>
          <pc:sldMk cId="1617631021" sldId="407"/>
        </pc:sldMkLst>
      </pc:sldChg>
      <pc:sldChg chg="del">
        <pc:chgData name="SHANIA PRICCILIA" userId="28f68feb-2ad7-4195-8423-6eee3405c604" providerId="ADAL" clId="{ADEE20CE-C610-42F7-84D7-E91507355080}" dt="2025-06-14T14:59:15.575" v="1298" actId="47"/>
        <pc:sldMkLst>
          <pc:docMk/>
          <pc:sldMk cId="3102509994" sldId="408"/>
        </pc:sldMkLst>
      </pc:sldChg>
      <pc:sldChg chg="del">
        <pc:chgData name="SHANIA PRICCILIA" userId="28f68feb-2ad7-4195-8423-6eee3405c604" providerId="ADAL" clId="{ADEE20CE-C610-42F7-84D7-E91507355080}" dt="2025-06-14T14:59:19.262" v="1301" actId="47"/>
        <pc:sldMkLst>
          <pc:docMk/>
          <pc:sldMk cId="3499547640" sldId="409"/>
        </pc:sldMkLst>
      </pc:sldChg>
      <pc:sldChg chg="del">
        <pc:chgData name="SHANIA PRICCILIA" userId="28f68feb-2ad7-4195-8423-6eee3405c604" providerId="ADAL" clId="{ADEE20CE-C610-42F7-84D7-E91507355080}" dt="2025-06-14T14:59:18.105" v="1300" actId="47"/>
        <pc:sldMkLst>
          <pc:docMk/>
          <pc:sldMk cId="3385033690" sldId="410"/>
        </pc:sldMkLst>
      </pc:sldChg>
      <pc:sldChg chg="del">
        <pc:chgData name="SHANIA PRICCILIA" userId="28f68feb-2ad7-4195-8423-6eee3405c604" providerId="ADAL" clId="{ADEE20CE-C610-42F7-84D7-E91507355080}" dt="2025-06-14T14:59:22.509" v="1303" actId="47"/>
        <pc:sldMkLst>
          <pc:docMk/>
          <pc:sldMk cId="1627699461" sldId="411"/>
        </pc:sldMkLst>
      </pc:sldChg>
      <pc:sldChg chg="del">
        <pc:chgData name="SHANIA PRICCILIA" userId="28f68feb-2ad7-4195-8423-6eee3405c604" providerId="ADAL" clId="{ADEE20CE-C610-42F7-84D7-E91507355080}" dt="2025-06-14T15:13:39.364" v="1480" actId="47"/>
        <pc:sldMkLst>
          <pc:docMk/>
          <pc:sldMk cId="308260660" sldId="412"/>
        </pc:sldMkLst>
      </pc:sldChg>
      <pc:sldChg chg="del">
        <pc:chgData name="SHANIA PRICCILIA" userId="28f68feb-2ad7-4195-8423-6eee3405c604" providerId="ADAL" clId="{ADEE20CE-C610-42F7-84D7-E91507355080}" dt="2025-06-14T15:13:39.364" v="1480" actId="47"/>
        <pc:sldMkLst>
          <pc:docMk/>
          <pc:sldMk cId="3391772087" sldId="413"/>
        </pc:sldMkLst>
      </pc:sldChg>
      <pc:sldChg chg="addSp delSp modSp add del mod">
        <pc:chgData name="SHANIA PRICCILIA" userId="28f68feb-2ad7-4195-8423-6eee3405c604" providerId="ADAL" clId="{ADEE20CE-C610-42F7-84D7-E91507355080}" dt="2025-06-13T05:39:32.145" v="159" actId="47"/>
        <pc:sldMkLst>
          <pc:docMk/>
          <pc:sldMk cId="4038719002" sldId="414"/>
        </pc:sldMkLst>
      </pc:sldChg>
      <pc:sldChg chg="modSp add mod ord">
        <pc:chgData name="SHANIA PRICCILIA" userId="28f68feb-2ad7-4195-8423-6eee3405c604" providerId="ADAL" clId="{ADEE20CE-C610-42F7-84D7-E91507355080}" dt="2025-06-13T10:55:14.549" v="225" actId="113"/>
        <pc:sldMkLst>
          <pc:docMk/>
          <pc:sldMk cId="3310647891" sldId="415"/>
        </pc:sldMkLst>
      </pc:sldChg>
      <pc:sldChg chg="delSp modSp add mod">
        <pc:chgData name="SHANIA PRICCILIA" userId="28f68feb-2ad7-4195-8423-6eee3405c604" providerId="ADAL" clId="{ADEE20CE-C610-42F7-84D7-E91507355080}" dt="2025-06-13T10:55:08.477" v="223" actId="113"/>
        <pc:sldMkLst>
          <pc:docMk/>
          <pc:sldMk cId="555739090" sldId="416"/>
        </pc:sldMkLst>
      </pc:sldChg>
      <pc:sldChg chg="addSp delSp modSp add mod">
        <pc:chgData name="SHANIA PRICCILIA" userId="28f68feb-2ad7-4195-8423-6eee3405c604" providerId="ADAL" clId="{ADEE20CE-C610-42F7-84D7-E91507355080}" dt="2025-06-14T08:44:36.763" v="822" actId="20577"/>
        <pc:sldMkLst>
          <pc:docMk/>
          <pc:sldMk cId="1273842901" sldId="417"/>
        </pc:sldMkLst>
      </pc:sldChg>
      <pc:sldChg chg="modSp add mod">
        <pc:chgData name="SHANIA PRICCILIA" userId="28f68feb-2ad7-4195-8423-6eee3405c604" providerId="ADAL" clId="{ADEE20CE-C610-42F7-84D7-E91507355080}" dt="2025-06-13T10:55:45.857" v="228" actId="20577"/>
        <pc:sldMkLst>
          <pc:docMk/>
          <pc:sldMk cId="3505766951" sldId="418"/>
        </pc:sldMkLst>
      </pc:sldChg>
      <pc:sldChg chg="addSp modSp add mod">
        <pc:chgData name="SHANIA PRICCILIA" userId="28f68feb-2ad7-4195-8423-6eee3405c604" providerId="ADAL" clId="{ADEE20CE-C610-42F7-84D7-E91507355080}" dt="2025-06-13T10:59:18.369" v="256" actId="1076"/>
        <pc:sldMkLst>
          <pc:docMk/>
          <pc:sldMk cId="1853442885" sldId="419"/>
        </pc:sldMkLst>
      </pc:sldChg>
      <pc:sldChg chg="addSp delSp modSp add mod">
        <pc:chgData name="SHANIA PRICCILIA" userId="28f68feb-2ad7-4195-8423-6eee3405c604" providerId="ADAL" clId="{ADEE20CE-C610-42F7-84D7-E91507355080}" dt="2025-06-13T11:10:50.930" v="287" actId="113"/>
        <pc:sldMkLst>
          <pc:docMk/>
          <pc:sldMk cId="2582820796" sldId="420"/>
        </pc:sldMkLst>
      </pc:sldChg>
      <pc:sldChg chg="addSp delSp modSp add mod">
        <pc:chgData name="SHANIA PRICCILIA" userId="28f68feb-2ad7-4195-8423-6eee3405c604" providerId="ADAL" clId="{ADEE20CE-C610-42F7-84D7-E91507355080}" dt="2025-06-13T11:26:36.916" v="381"/>
        <pc:sldMkLst>
          <pc:docMk/>
          <pc:sldMk cId="207807397" sldId="421"/>
        </pc:sldMkLst>
      </pc:sldChg>
      <pc:sldChg chg="addSp delSp modSp add del mod">
        <pc:chgData name="SHANIA PRICCILIA" userId="28f68feb-2ad7-4195-8423-6eee3405c604" providerId="ADAL" clId="{ADEE20CE-C610-42F7-84D7-E91507355080}" dt="2025-06-14T06:24:32.838" v="564" actId="2696"/>
        <pc:sldMkLst>
          <pc:docMk/>
          <pc:sldMk cId="1514776499" sldId="422"/>
        </pc:sldMkLst>
      </pc:sldChg>
      <pc:sldChg chg="delSp modSp add mod">
        <pc:chgData name="SHANIA PRICCILIA" userId="28f68feb-2ad7-4195-8423-6eee3405c604" providerId="ADAL" clId="{ADEE20CE-C610-42F7-84D7-E91507355080}" dt="2025-06-14T06:22:57.424" v="509" actId="113"/>
        <pc:sldMkLst>
          <pc:docMk/>
          <pc:sldMk cId="3521437550" sldId="423"/>
        </pc:sldMkLst>
      </pc:sldChg>
      <pc:sldChg chg="modSp add mod">
        <pc:chgData name="SHANIA PRICCILIA" userId="28f68feb-2ad7-4195-8423-6eee3405c604" providerId="ADAL" clId="{ADEE20CE-C610-42F7-84D7-E91507355080}" dt="2025-06-14T06:23:55.465" v="562" actId="20577"/>
        <pc:sldMkLst>
          <pc:docMk/>
          <pc:sldMk cId="3881936262" sldId="424"/>
        </pc:sldMkLst>
      </pc:sldChg>
      <pc:sldChg chg="addSp delSp modSp add mod">
        <pc:chgData name="SHANIA PRICCILIA" userId="28f68feb-2ad7-4195-8423-6eee3405c604" providerId="ADAL" clId="{ADEE20CE-C610-42F7-84D7-E91507355080}" dt="2025-06-14T08:34:09.808" v="625" actId="403"/>
        <pc:sldMkLst>
          <pc:docMk/>
          <pc:sldMk cId="2341044594" sldId="425"/>
        </pc:sldMkLst>
      </pc:sldChg>
      <pc:sldChg chg="addSp delSp modSp add mod">
        <pc:chgData name="SHANIA PRICCILIA" userId="28f68feb-2ad7-4195-8423-6eee3405c604" providerId="ADAL" clId="{ADEE20CE-C610-42F7-84D7-E91507355080}" dt="2025-06-14T08:34:56.472" v="638" actId="14100"/>
        <pc:sldMkLst>
          <pc:docMk/>
          <pc:sldMk cId="2833299820" sldId="426"/>
        </pc:sldMkLst>
      </pc:sldChg>
      <pc:sldChg chg="addSp delSp modSp add del mod">
        <pc:chgData name="SHANIA PRICCILIA" userId="28f68feb-2ad7-4195-8423-6eee3405c604" providerId="ADAL" clId="{ADEE20CE-C610-42F7-84D7-E91507355080}" dt="2025-06-14T08:47:35.618" v="865" actId="14100"/>
        <pc:sldMkLst>
          <pc:docMk/>
          <pc:sldMk cId="1479574644" sldId="427"/>
        </pc:sldMkLst>
      </pc:sldChg>
      <pc:sldChg chg="addSp delSp modSp add mod">
        <pc:chgData name="SHANIA PRICCILIA" userId="28f68feb-2ad7-4195-8423-6eee3405c604" providerId="ADAL" clId="{ADEE20CE-C610-42F7-84D7-E91507355080}" dt="2025-06-14T10:31:29.270" v="1162" actId="20577"/>
        <pc:sldMkLst>
          <pc:docMk/>
          <pc:sldMk cId="1069866083" sldId="428"/>
        </pc:sldMkLst>
      </pc:sldChg>
      <pc:sldChg chg="addSp delSp modSp add del mod ord">
        <pc:chgData name="SHANIA PRICCILIA" userId="28f68feb-2ad7-4195-8423-6eee3405c604" providerId="ADAL" clId="{ADEE20CE-C610-42F7-84D7-E91507355080}" dt="2025-06-14T09:29:04.308" v="1034" actId="2696"/>
        <pc:sldMkLst>
          <pc:docMk/>
          <pc:sldMk cId="2468850122" sldId="428"/>
        </pc:sldMkLst>
      </pc:sldChg>
      <pc:sldChg chg="modSp add mod ord">
        <pc:chgData name="SHANIA PRICCILIA" userId="28f68feb-2ad7-4195-8423-6eee3405c604" providerId="ADAL" clId="{ADEE20CE-C610-42F7-84D7-E91507355080}" dt="2025-06-14T10:38:16.814" v="1199" actId="207"/>
        <pc:sldMkLst>
          <pc:docMk/>
          <pc:sldMk cId="959896851" sldId="429"/>
        </pc:sldMkLst>
      </pc:sldChg>
      <pc:sldChg chg="addSp delSp modSp add mod ord">
        <pc:chgData name="SHANIA PRICCILIA" userId="28f68feb-2ad7-4195-8423-6eee3405c604" providerId="ADAL" clId="{ADEE20CE-C610-42F7-84D7-E91507355080}" dt="2025-06-14T10:43:59.722" v="1237" actId="1076"/>
        <pc:sldMkLst>
          <pc:docMk/>
          <pc:sldMk cId="1068755758" sldId="430"/>
        </pc:sldMkLst>
      </pc:sldChg>
      <pc:sldChg chg="add del">
        <pc:chgData name="SHANIA PRICCILIA" userId="28f68feb-2ad7-4195-8423-6eee3405c604" providerId="ADAL" clId="{ADEE20CE-C610-42F7-84D7-E91507355080}" dt="2025-06-14T14:53:45.395" v="1240" actId="47"/>
        <pc:sldMkLst>
          <pc:docMk/>
          <pc:sldMk cId="2945942533" sldId="431"/>
        </pc:sldMkLst>
      </pc:sldChg>
      <pc:sldChg chg="addSp delSp modSp add mod">
        <pc:chgData name="SHANIA PRICCILIA" userId="28f68feb-2ad7-4195-8423-6eee3405c604" providerId="ADAL" clId="{ADEE20CE-C610-42F7-84D7-E91507355080}" dt="2025-06-14T14:58:32.138" v="1295" actId="1076"/>
        <pc:sldMkLst>
          <pc:docMk/>
          <pc:sldMk cId="2421933817" sldId="432"/>
        </pc:sldMkLst>
      </pc:sldChg>
      <pc:sldChg chg="addSp modSp add mod">
        <pc:chgData name="SHANIA PRICCILIA" userId="28f68feb-2ad7-4195-8423-6eee3405c604" providerId="ADAL" clId="{ADEE20CE-C610-42F7-84D7-E91507355080}" dt="2025-06-14T15:02:25.233" v="1343" actId="1076"/>
        <pc:sldMkLst>
          <pc:docMk/>
          <pc:sldMk cId="969322030" sldId="433"/>
        </pc:sldMkLst>
      </pc:sldChg>
      <pc:sldChg chg="addSp modSp add mod">
        <pc:chgData name="SHANIA PRICCILIA" userId="28f68feb-2ad7-4195-8423-6eee3405c604" providerId="ADAL" clId="{ADEE20CE-C610-42F7-84D7-E91507355080}" dt="2025-06-14T15:13:27.262" v="1477" actId="20577"/>
        <pc:sldMkLst>
          <pc:docMk/>
          <pc:sldMk cId="2348657055" sldId="434"/>
        </pc:sldMkLst>
      </pc:sldChg>
      <pc:sldChg chg="add del">
        <pc:chgData name="SHANIA PRICCILIA" userId="28f68feb-2ad7-4195-8423-6eee3405c604" providerId="ADAL" clId="{ADEE20CE-C610-42F7-84D7-E91507355080}" dt="2025-06-14T15:10:14.872" v="1439" actId="2890"/>
        <pc:sldMkLst>
          <pc:docMk/>
          <pc:sldMk cId="497253621" sldId="435"/>
        </pc:sldMkLst>
      </pc:sldChg>
      <pc:sldChg chg="modSp add mod ord">
        <pc:chgData name="SHANIA PRICCILIA" userId="28f68feb-2ad7-4195-8423-6eee3405c604" providerId="ADAL" clId="{ADEE20CE-C610-42F7-84D7-E91507355080}" dt="2025-06-14T15:13:31.252" v="1478" actId="20577"/>
        <pc:sldMkLst>
          <pc:docMk/>
          <pc:sldMk cId="877612379" sldId="435"/>
        </pc:sldMkLst>
      </pc:sldChg>
      <pc:sldChg chg="addSp delSp modSp add mod">
        <pc:chgData name="SHANIA PRICCILIA" userId="28f68feb-2ad7-4195-8423-6eee3405c604" providerId="ADAL" clId="{ADEE20CE-C610-42F7-84D7-E91507355080}" dt="2025-06-14T15:13:34.205" v="1479" actId="20577"/>
        <pc:sldMkLst>
          <pc:docMk/>
          <pc:sldMk cId="457145765" sldId="436"/>
        </pc:sldMkLst>
      </pc:sldChg>
    </pc:docChg>
  </pc:docChgLst>
  <pc:docChgLst>
    <pc:chgData name="SHANIA PRICCILIA" userId="28f68feb-2ad7-4195-8423-6eee3405c604" providerId="ADAL" clId="{D9ADE121-695B-44D4-A04F-078867D29D84}"/>
    <pc:docChg chg="undo redo custSel addSld delSld modSld sldOrd">
      <pc:chgData name="SHANIA PRICCILIA" userId="28f68feb-2ad7-4195-8423-6eee3405c604" providerId="ADAL" clId="{D9ADE121-695B-44D4-A04F-078867D29D84}" dt="2025-06-24T17:09:32.972" v="1379" actId="20577"/>
      <pc:docMkLst>
        <pc:docMk/>
      </pc:docMkLst>
      <pc:sldChg chg="modSp mod">
        <pc:chgData name="SHANIA PRICCILIA" userId="28f68feb-2ad7-4195-8423-6eee3405c604" providerId="ADAL" clId="{D9ADE121-695B-44D4-A04F-078867D29D84}" dt="2025-06-24T08:17:24.468" v="10" actId="20577"/>
        <pc:sldMkLst>
          <pc:docMk/>
          <pc:sldMk cId="3807564589" sldId="256"/>
        </pc:sldMkLst>
        <pc:spChg chg="mod">
          <ac:chgData name="SHANIA PRICCILIA" userId="28f68feb-2ad7-4195-8423-6eee3405c604" providerId="ADAL" clId="{D9ADE121-695B-44D4-A04F-078867D29D84}" dt="2025-06-24T08:17:19.410" v="8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HANIA PRICCILIA" userId="28f68feb-2ad7-4195-8423-6eee3405c604" providerId="ADAL" clId="{D9ADE121-695B-44D4-A04F-078867D29D84}" dt="2025-06-24T08:18:25.223" v="18" actId="20577"/>
        <pc:sldMkLst>
          <pc:docMk/>
          <pc:sldMk cId="1968907909" sldId="258"/>
        </pc:sldMkLst>
        <pc:spChg chg="mod">
          <ac:chgData name="SHANIA PRICCILIA" userId="28f68feb-2ad7-4195-8423-6eee3405c604" providerId="ADAL" clId="{D9ADE121-695B-44D4-A04F-078867D29D84}" dt="2025-06-24T08:18:25.223" v="18" actId="20577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SHANIA PRICCILIA" userId="28f68feb-2ad7-4195-8423-6eee3405c604" providerId="ADAL" clId="{D9ADE121-695B-44D4-A04F-078867D29D84}" dt="2025-06-24T08:18:53.944" v="19"/>
        <pc:sldMkLst>
          <pc:docMk/>
          <pc:sldMk cId="4105662268" sldId="259"/>
        </pc:sldMkLst>
        <pc:spChg chg="mod">
          <ac:chgData name="SHANIA PRICCILIA" userId="28f68feb-2ad7-4195-8423-6eee3405c604" providerId="ADAL" clId="{D9ADE121-695B-44D4-A04F-078867D29D84}" dt="2025-06-24T08:18:53.944" v="19"/>
          <ac:spMkLst>
            <pc:docMk/>
            <pc:sldMk cId="4105662268" sldId="259"/>
            <ac:spMk id="4" creationId="{F37B5071-5AEC-07E9-E361-22C4629DB39D}"/>
          </ac:spMkLst>
        </pc:spChg>
      </pc:sldChg>
      <pc:sldChg chg="modSp mod">
        <pc:chgData name="SHANIA PRICCILIA" userId="28f68feb-2ad7-4195-8423-6eee3405c604" providerId="ADAL" clId="{D9ADE121-695B-44D4-A04F-078867D29D84}" dt="2025-06-24T08:21:43.009" v="61" actId="20577"/>
        <pc:sldMkLst>
          <pc:docMk/>
          <pc:sldMk cId="852008808" sldId="262"/>
        </pc:sldMkLst>
        <pc:spChg chg="mod">
          <ac:chgData name="SHANIA PRICCILIA" userId="28f68feb-2ad7-4195-8423-6eee3405c604" providerId="ADAL" clId="{D9ADE121-695B-44D4-A04F-078867D29D84}" dt="2025-06-24T08:19:06.483" v="20"/>
          <ac:spMkLst>
            <pc:docMk/>
            <pc:sldMk cId="852008808" sldId="262"/>
            <ac:spMk id="2" creationId="{B5ED9BEF-9542-7100-1D62-738DD1E8400C}"/>
          </ac:spMkLst>
        </pc:spChg>
        <pc:spChg chg="mod">
          <ac:chgData name="SHANIA PRICCILIA" userId="28f68feb-2ad7-4195-8423-6eee3405c604" providerId="ADAL" clId="{D9ADE121-695B-44D4-A04F-078867D29D84}" dt="2025-06-24T08:21:43.009" v="61" actId="20577"/>
          <ac:spMkLst>
            <pc:docMk/>
            <pc:sldMk cId="852008808" sldId="262"/>
            <ac:spMk id="4" creationId="{A658487A-CC6E-01E0-FD53-981205337ECB}"/>
          </ac:spMkLst>
        </pc:spChg>
        <pc:spChg chg="mod">
          <ac:chgData name="SHANIA PRICCILIA" userId="28f68feb-2ad7-4195-8423-6eee3405c604" providerId="ADAL" clId="{D9ADE121-695B-44D4-A04F-078867D29D84}" dt="2025-06-24T08:19:12.525" v="30" actId="20577"/>
          <ac:spMkLst>
            <pc:docMk/>
            <pc:sldMk cId="852008808" sldId="262"/>
            <ac:spMk id="7" creationId="{448E4B81-164B-90D1-DD7A-0603DE273246}"/>
          </ac:spMkLst>
        </pc:spChg>
      </pc:sldChg>
      <pc:sldChg chg="modSp mod">
        <pc:chgData name="SHANIA PRICCILIA" userId="28f68feb-2ad7-4195-8423-6eee3405c604" providerId="ADAL" clId="{D9ADE121-695B-44D4-A04F-078867D29D84}" dt="2025-06-24T17:09:32.972" v="1379" actId="20577"/>
        <pc:sldMkLst>
          <pc:docMk/>
          <pc:sldMk cId="3376909363" sldId="287"/>
        </pc:sldMkLst>
        <pc:spChg chg="mod">
          <ac:chgData name="SHANIA PRICCILIA" userId="28f68feb-2ad7-4195-8423-6eee3405c604" providerId="ADAL" clId="{D9ADE121-695B-44D4-A04F-078867D29D84}" dt="2025-06-24T17:09:32.972" v="1379" actId="20577"/>
          <ac:spMkLst>
            <pc:docMk/>
            <pc:sldMk cId="3376909363" sldId="287"/>
            <ac:spMk id="13" creationId="{FC637192-B017-8920-94C9-2C0A55F44F6B}"/>
          </ac:spMkLst>
        </pc:spChg>
      </pc:sldChg>
      <pc:sldChg chg="modSp mod">
        <pc:chgData name="SHANIA PRICCILIA" userId="28f68feb-2ad7-4195-8423-6eee3405c604" providerId="ADAL" clId="{D9ADE121-695B-44D4-A04F-078867D29D84}" dt="2025-06-24T17:08:00.068" v="1298" actId="12"/>
        <pc:sldMkLst>
          <pc:docMk/>
          <pc:sldMk cId="2125174800" sldId="333"/>
        </pc:sldMkLst>
        <pc:spChg chg="mod">
          <ac:chgData name="SHANIA PRICCILIA" userId="28f68feb-2ad7-4195-8423-6eee3405c604" providerId="ADAL" clId="{D9ADE121-695B-44D4-A04F-078867D29D84}" dt="2025-06-24T17:08:00.068" v="1298" actId="12"/>
          <ac:spMkLst>
            <pc:docMk/>
            <pc:sldMk cId="2125174800" sldId="333"/>
            <ac:spMk id="4" creationId="{E80C4902-46C4-1E95-FE4D-EA683502FD99}"/>
          </ac:spMkLst>
        </pc:spChg>
      </pc:sldChg>
      <pc:sldChg chg="modSp mod">
        <pc:chgData name="SHANIA PRICCILIA" userId="28f68feb-2ad7-4195-8423-6eee3405c604" providerId="ADAL" clId="{D9ADE121-695B-44D4-A04F-078867D29D84}" dt="2025-06-24T17:08:30.471" v="1312" actId="12"/>
        <pc:sldMkLst>
          <pc:docMk/>
          <pc:sldMk cId="694380247" sldId="390"/>
        </pc:sldMkLst>
        <pc:spChg chg="mod">
          <ac:chgData name="SHANIA PRICCILIA" userId="28f68feb-2ad7-4195-8423-6eee3405c604" providerId="ADAL" clId="{D9ADE121-695B-44D4-A04F-078867D29D84}" dt="2025-06-24T17:08:30.471" v="1312" actId="12"/>
          <ac:spMkLst>
            <pc:docMk/>
            <pc:sldMk cId="694380247" sldId="390"/>
            <ac:spMk id="4" creationId="{A3F736EA-6948-CC3C-404C-D901D54C4C03}"/>
          </ac:spMkLst>
        </pc:spChg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3221571069" sldId="395"/>
        </pc:sldMkLst>
      </pc:sldChg>
      <pc:sldChg chg="del">
        <pc:chgData name="SHANIA PRICCILIA" userId="28f68feb-2ad7-4195-8423-6eee3405c604" providerId="ADAL" clId="{D9ADE121-695B-44D4-A04F-078867D29D84}" dt="2025-06-24T10:10:14.592" v="1296" actId="47"/>
        <pc:sldMkLst>
          <pc:docMk/>
          <pc:sldMk cId="969322030" sldId="433"/>
        </pc:sldMkLst>
      </pc:sldChg>
      <pc:sldChg chg="del">
        <pc:chgData name="SHANIA PRICCILIA" userId="28f68feb-2ad7-4195-8423-6eee3405c604" providerId="ADAL" clId="{D9ADE121-695B-44D4-A04F-078867D29D84}" dt="2025-06-24T10:10:14.592" v="1296" actId="47"/>
        <pc:sldMkLst>
          <pc:docMk/>
          <pc:sldMk cId="2348657055" sldId="434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3690344931" sldId="437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4089623963" sldId="438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142719835" sldId="439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2875650160" sldId="440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872226229" sldId="441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3961545168" sldId="442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3713029472" sldId="443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1150935989" sldId="444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2705872532" sldId="445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4283506553" sldId="446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104603800" sldId="447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3521277449" sldId="448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174669791" sldId="449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3886128179" sldId="450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2981445622" sldId="451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81343822" sldId="452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3843717408" sldId="453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2131006844" sldId="454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2462509516" sldId="455"/>
        </pc:sldMkLst>
      </pc:sldChg>
      <pc:sldChg chg="del">
        <pc:chgData name="SHANIA PRICCILIA" userId="28f68feb-2ad7-4195-8423-6eee3405c604" providerId="ADAL" clId="{D9ADE121-695B-44D4-A04F-078867D29D84}" dt="2025-06-24T09:16:00.865" v="542" actId="47"/>
        <pc:sldMkLst>
          <pc:docMk/>
          <pc:sldMk cId="2300248321" sldId="456"/>
        </pc:sldMkLst>
      </pc:sldChg>
      <pc:sldChg chg="del">
        <pc:chgData name="SHANIA PRICCILIA" userId="28f68feb-2ad7-4195-8423-6eee3405c604" providerId="ADAL" clId="{D9ADE121-695B-44D4-A04F-078867D29D84}" dt="2025-06-24T10:10:14.592" v="1296" actId="47"/>
        <pc:sldMkLst>
          <pc:docMk/>
          <pc:sldMk cId="2354318653" sldId="457"/>
        </pc:sldMkLst>
      </pc:sldChg>
      <pc:sldChg chg="modSp add mod">
        <pc:chgData name="SHANIA PRICCILIA" userId="28f68feb-2ad7-4195-8423-6eee3405c604" providerId="ADAL" clId="{D9ADE121-695B-44D4-A04F-078867D29D84}" dt="2025-06-24T08:22:40.488" v="68" actId="12"/>
        <pc:sldMkLst>
          <pc:docMk/>
          <pc:sldMk cId="348394985" sldId="458"/>
        </pc:sldMkLst>
        <pc:spChg chg="mod">
          <ac:chgData name="SHANIA PRICCILIA" userId="28f68feb-2ad7-4195-8423-6eee3405c604" providerId="ADAL" clId="{D9ADE121-695B-44D4-A04F-078867D29D84}" dt="2025-06-24T08:22:40.488" v="68" actId="12"/>
          <ac:spMkLst>
            <pc:docMk/>
            <pc:sldMk cId="348394985" sldId="458"/>
            <ac:spMk id="4" creationId="{5AE5482A-889D-E7CE-393B-2F3D7ECDE366}"/>
          </ac:spMkLst>
        </pc:spChg>
      </pc:sldChg>
      <pc:sldChg chg="modSp add mod">
        <pc:chgData name="SHANIA PRICCILIA" userId="28f68feb-2ad7-4195-8423-6eee3405c604" providerId="ADAL" clId="{D9ADE121-695B-44D4-A04F-078867D29D84}" dt="2025-06-24T08:29:45.860" v="73" actId="12"/>
        <pc:sldMkLst>
          <pc:docMk/>
          <pc:sldMk cId="489314318" sldId="459"/>
        </pc:sldMkLst>
      </pc:sldChg>
      <pc:sldChg chg="modSp add mod">
        <pc:chgData name="SHANIA PRICCILIA" userId="28f68feb-2ad7-4195-8423-6eee3405c604" providerId="ADAL" clId="{D9ADE121-695B-44D4-A04F-078867D29D84}" dt="2025-06-24T09:08:45.327" v="466" actId="255"/>
        <pc:sldMkLst>
          <pc:docMk/>
          <pc:sldMk cId="473374748" sldId="460"/>
        </pc:sldMkLst>
      </pc:sldChg>
      <pc:sldChg chg="modSp add mod">
        <pc:chgData name="SHANIA PRICCILIA" userId="28f68feb-2ad7-4195-8423-6eee3405c604" providerId="ADAL" clId="{D9ADE121-695B-44D4-A04F-078867D29D84}" dt="2025-06-24T09:07:28.733" v="424" actId="20577"/>
        <pc:sldMkLst>
          <pc:docMk/>
          <pc:sldMk cId="174419165" sldId="461"/>
        </pc:sldMkLst>
      </pc:sldChg>
      <pc:sldChg chg="addSp delSp modSp add mod ord">
        <pc:chgData name="SHANIA PRICCILIA" userId="28f68feb-2ad7-4195-8423-6eee3405c604" providerId="ADAL" clId="{D9ADE121-695B-44D4-A04F-078867D29D84}" dt="2025-06-24T09:08:55.172" v="470"/>
        <pc:sldMkLst>
          <pc:docMk/>
          <pc:sldMk cId="1123401470" sldId="462"/>
        </pc:sldMkLst>
      </pc:sldChg>
      <pc:sldChg chg="modSp add mod ord">
        <pc:chgData name="SHANIA PRICCILIA" userId="28f68feb-2ad7-4195-8423-6eee3405c604" providerId="ADAL" clId="{D9ADE121-695B-44D4-A04F-078867D29D84}" dt="2025-06-24T08:55:12.512" v="205"/>
        <pc:sldMkLst>
          <pc:docMk/>
          <pc:sldMk cId="874720066" sldId="463"/>
        </pc:sldMkLst>
      </pc:sldChg>
      <pc:sldChg chg="modSp add mod">
        <pc:chgData name="SHANIA PRICCILIA" userId="28f68feb-2ad7-4195-8423-6eee3405c604" providerId="ADAL" clId="{D9ADE121-695B-44D4-A04F-078867D29D84}" dt="2025-06-24T09:08:45.074" v="465" actId="20577"/>
        <pc:sldMkLst>
          <pc:docMk/>
          <pc:sldMk cId="1096028199" sldId="464"/>
        </pc:sldMkLst>
      </pc:sldChg>
      <pc:sldChg chg="modSp add mod ord">
        <pc:chgData name="SHANIA PRICCILIA" userId="28f68feb-2ad7-4195-8423-6eee3405c604" providerId="ADAL" clId="{D9ADE121-695B-44D4-A04F-078867D29D84}" dt="2025-06-24T09:10:12.404" v="498" actId="20577"/>
        <pc:sldMkLst>
          <pc:docMk/>
          <pc:sldMk cId="980186065" sldId="465"/>
        </pc:sldMkLst>
      </pc:sldChg>
      <pc:sldChg chg="addSp modSp add mod">
        <pc:chgData name="SHANIA PRICCILIA" userId="28f68feb-2ad7-4195-8423-6eee3405c604" providerId="ADAL" clId="{D9ADE121-695B-44D4-A04F-078867D29D84}" dt="2025-06-24T09:12:13.155" v="517" actId="1076"/>
        <pc:sldMkLst>
          <pc:docMk/>
          <pc:sldMk cId="2260792789" sldId="466"/>
        </pc:sldMkLst>
      </pc:sldChg>
      <pc:sldChg chg="addSp delSp modSp add mod">
        <pc:chgData name="SHANIA PRICCILIA" userId="28f68feb-2ad7-4195-8423-6eee3405c604" providerId="ADAL" clId="{D9ADE121-695B-44D4-A04F-078867D29D84}" dt="2025-06-24T09:13:42.223" v="541" actId="1076"/>
        <pc:sldMkLst>
          <pc:docMk/>
          <pc:sldMk cId="521809211" sldId="467"/>
        </pc:sldMkLst>
      </pc:sldChg>
      <pc:sldChg chg="modSp add mod ord">
        <pc:chgData name="SHANIA PRICCILIA" userId="28f68feb-2ad7-4195-8423-6eee3405c604" providerId="ADAL" clId="{D9ADE121-695B-44D4-A04F-078867D29D84}" dt="2025-06-24T09:19:04.425" v="565" actId="20577"/>
        <pc:sldMkLst>
          <pc:docMk/>
          <pc:sldMk cId="2981076033" sldId="468"/>
        </pc:sldMkLst>
      </pc:sldChg>
      <pc:sldChg chg="addSp delSp modSp add del mod">
        <pc:chgData name="SHANIA PRICCILIA" userId="28f68feb-2ad7-4195-8423-6eee3405c604" providerId="ADAL" clId="{D9ADE121-695B-44D4-A04F-078867D29D84}" dt="2025-06-24T09:39:39.631" v="1034" actId="47"/>
        <pc:sldMkLst>
          <pc:docMk/>
          <pc:sldMk cId="2500874292" sldId="469"/>
        </pc:sldMkLst>
      </pc:sldChg>
      <pc:sldChg chg="modSp add mod ord">
        <pc:chgData name="SHANIA PRICCILIA" userId="28f68feb-2ad7-4195-8423-6eee3405c604" providerId="ADAL" clId="{D9ADE121-695B-44D4-A04F-078867D29D84}" dt="2025-06-24T09:39:22.208" v="1033" actId="20577"/>
        <pc:sldMkLst>
          <pc:docMk/>
          <pc:sldMk cId="1807689989" sldId="470"/>
        </pc:sldMkLst>
      </pc:sldChg>
      <pc:sldChg chg="addSp delSp modSp add mod">
        <pc:chgData name="SHANIA PRICCILIA" userId="28f68feb-2ad7-4195-8423-6eee3405c604" providerId="ADAL" clId="{D9ADE121-695B-44D4-A04F-078867D29D84}" dt="2025-06-24T09:57:46.224" v="1230" actId="20577"/>
        <pc:sldMkLst>
          <pc:docMk/>
          <pc:sldMk cId="2044463102" sldId="471"/>
        </pc:sldMkLst>
      </pc:sldChg>
      <pc:sldChg chg="delSp add del mod">
        <pc:chgData name="SHANIA PRICCILIA" userId="28f68feb-2ad7-4195-8423-6eee3405c604" providerId="ADAL" clId="{D9ADE121-695B-44D4-A04F-078867D29D84}" dt="2025-06-24T10:00:47.054" v="1247" actId="47"/>
        <pc:sldMkLst>
          <pc:docMk/>
          <pc:sldMk cId="1698697424" sldId="472"/>
        </pc:sldMkLst>
      </pc:sldChg>
      <pc:sldChg chg="addSp delSp modSp add mod">
        <pc:chgData name="SHANIA PRICCILIA" userId="28f68feb-2ad7-4195-8423-6eee3405c604" providerId="ADAL" clId="{D9ADE121-695B-44D4-A04F-078867D29D84}" dt="2025-06-24T10:00:23.870" v="1246" actId="14100"/>
        <pc:sldMkLst>
          <pc:docMk/>
          <pc:sldMk cId="769196956" sldId="473"/>
        </pc:sldMkLst>
      </pc:sldChg>
      <pc:sldChg chg="modSp add mod ord">
        <pc:chgData name="SHANIA PRICCILIA" userId="28f68feb-2ad7-4195-8423-6eee3405c604" providerId="ADAL" clId="{D9ADE121-695B-44D4-A04F-078867D29D84}" dt="2025-06-24T10:04:24.499" v="1294" actId="20577"/>
        <pc:sldMkLst>
          <pc:docMk/>
          <pc:sldMk cId="1764936604" sldId="474"/>
        </pc:sldMkLst>
      </pc:sldChg>
    </pc:docChg>
  </pc:docChgLst>
  <pc:docChgLst>
    <pc:chgData name="SHANIA PRICCILIA" userId="28f68feb-2ad7-4195-8423-6eee3405c604" providerId="ADAL" clId="{C26A85A7-E042-4857-9686-48549ED80596}"/>
    <pc:docChg chg="undo custSel addSld delSld modSld sldOrd">
      <pc:chgData name="SHANIA PRICCILIA" userId="28f68feb-2ad7-4195-8423-6eee3405c604" providerId="ADAL" clId="{C26A85A7-E042-4857-9686-48549ED80596}" dt="2025-06-24T08:12:43.428" v="1201" actId="20577"/>
      <pc:docMkLst>
        <pc:docMk/>
      </pc:docMkLst>
      <pc:sldChg chg="modSp mod">
        <pc:chgData name="SHANIA PRICCILIA" userId="28f68feb-2ad7-4195-8423-6eee3405c604" providerId="ADAL" clId="{C26A85A7-E042-4857-9686-48549ED80596}" dt="2025-06-24T08:12:43.428" v="1201" actId="20577"/>
        <pc:sldMkLst>
          <pc:docMk/>
          <pc:sldMk cId="3807564589" sldId="256"/>
        </pc:sldMkLst>
        <pc:spChg chg="mod">
          <ac:chgData name="SHANIA PRICCILIA" userId="28f68feb-2ad7-4195-8423-6eee3405c604" providerId="ADAL" clId="{C26A85A7-E042-4857-9686-48549ED80596}" dt="2025-06-24T08:12:43.428" v="1201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HANIA PRICCILIA" userId="28f68feb-2ad7-4195-8423-6eee3405c604" providerId="ADAL" clId="{C26A85A7-E042-4857-9686-48549ED80596}" dt="2025-06-24T08:11:53.531" v="1181" actId="20577"/>
        <pc:sldMkLst>
          <pc:docMk/>
          <pc:sldMk cId="3376909363" sldId="287"/>
        </pc:sldMkLst>
        <pc:spChg chg="mod">
          <ac:chgData name="SHANIA PRICCILIA" userId="28f68feb-2ad7-4195-8423-6eee3405c604" providerId="ADAL" clId="{C26A85A7-E042-4857-9686-48549ED80596}" dt="2025-06-24T08:11:53.531" v="1181" actId="20577"/>
          <ac:spMkLst>
            <pc:docMk/>
            <pc:sldMk cId="3376909363" sldId="287"/>
            <ac:spMk id="13" creationId="{FC637192-B017-8920-94C9-2C0A55F44F6B}"/>
          </ac:spMkLst>
        </pc:spChg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1571411344" sldId="308"/>
        </pc:sldMkLst>
      </pc:sldChg>
      <pc:sldChg chg="modSp mod">
        <pc:chgData name="SHANIA PRICCILIA" userId="28f68feb-2ad7-4195-8423-6eee3405c604" providerId="ADAL" clId="{C26A85A7-E042-4857-9686-48549ED80596}" dt="2025-06-24T07:46:57.244" v="1021" actId="113"/>
        <pc:sldMkLst>
          <pc:docMk/>
          <pc:sldMk cId="2125174800" sldId="333"/>
        </pc:sldMkLst>
        <pc:spChg chg="mod">
          <ac:chgData name="SHANIA PRICCILIA" userId="28f68feb-2ad7-4195-8423-6eee3405c604" providerId="ADAL" clId="{C26A85A7-E042-4857-9686-48549ED80596}" dt="2025-06-24T07:46:57.244" v="1021" actId="113"/>
          <ac:spMkLst>
            <pc:docMk/>
            <pc:sldMk cId="2125174800" sldId="333"/>
            <ac:spMk id="4" creationId="{E80C4902-46C4-1E95-FE4D-EA683502FD99}"/>
          </ac:spMkLst>
        </pc:spChg>
      </pc:sldChg>
      <pc:sldChg chg="del">
        <pc:chgData name="SHANIA PRICCILIA" userId="28f68feb-2ad7-4195-8423-6eee3405c604" providerId="ADAL" clId="{C26A85A7-E042-4857-9686-48549ED80596}" dt="2025-06-24T07:17:00.406" v="793" actId="47"/>
        <pc:sldMkLst>
          <pc:docMk/>
          <pc:sldMk cId="1288168657" sldId="349"/>
        </pc:sldMkLst>
      </pc:sldChg>
      <pc:sldChg chg="modSp mod">
        <pc:chgData name="SHANIA PRICCILIA" userId="28f68feb-2ad7-4195-8423-6eee3405c604" providerId="ADAL" clId="{C26A85A7-E042-4857-9686-48549ED80596}" dt="2025-06-24T08:11:19.214" v="1177" actId="12"/>
        <pc:sldMkLst>
          <pc:docMk/>
          <pc:sldMk cId="694380247" sldId="390"/>
        </pc:sldMkLst>
        <pc:spChg chg="mod">
          <ac:chgData name="SHANIA PRICCILIA" userId="28f68feb-2ad7-4195-8423-6eee3405c604" providerId="ADAL" clId="{C26A85A7-E042-4857-9686-48549ED80596}" dt="2025-06-24T08:11:19.214" v="1177" actId="12"/>
          <ac:spMkLst>
            <pc:docMk/>
            <pc:sldMk cId="694380247" sldId="390"/>
            <ac:spMk id="4" creationId="{A3F736EA-6948-CC3C-404C-D901D54C4C03}"/>
          </ac:spMkLst>
        </pc:spChg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409205538" sldId="396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3443013050" sldId="397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3310647891" sldId="415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555739090" sldId="416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1273842901" sldId="417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3505766951" sldId="418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1853442885" sldId="419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2582820796" sldId="420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207807397" sldId="421"/>
        </pc:sldMkLst>
      </pc:sldChg>
      <pc:sldChg chg="modSp del mod">
        <pc:chgData name="SHANIA PRICCILIA" userId="28f68feb-2ad7-4195-8423-6eee3405c604" providerId="ADAL" clId="{C26A85A7-E042-4857-9686-48549ED80596}" dt="2025-06-24T07:16:56.540" v="791" actId="47"/>
        <pc:sldMkLst>
          <pc:docMk/>
          <pc:sldMk cId="3521437550" sldId="423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3881936262" sldId="424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2341044594" sldId="425"/>
        </pc:sldMkLst>
      </pc:sldChg>
      <pc:sldChg chg="del">
        <pc:chgData name="SHANIA PRICCILIA" userId="28f68feb-2ad7-4195-8423-6eee3405c604" providerId="ADAL" clId="{C26A85A7-E042-4857-9686-48549ED80596}" dt="2025-06-24T07:16:56.540" v="791" actId="47"/>
        <pc:sldMkLst>
          <pc:docMk/>
          <pc:sldMk cId="2833299820" sldId="426"/>
        </pc:sldMkLst>
      </pc:sldChg>
      <pc:sldChg chg="del">
        <pc:chgData name="SHANIA PRICCILIA" userId="28f68feb-2ad7-4195-8423-6eee3405c604" providerId="ADAL" clId="{C26A85A7-E042-4857-9686-48549ED80596}" dt="2025-06-24T07:16:59.281" v="792" actId="47"/>
        <pc:sldMkLst>
          <pc:docMk/>
          <pc:sldMk cId="1479574644" sldId="427"/>
        </pc:sldMkLst>
      </pc:sldChg>
      <pc:sldChg chg="del">
        <pc:chgData name="SHANIA PRICCILIA" userId="28f68feb-2ad7-4195-8423-6eee3405c604" providerId="ADAL" clId="{C26A85A7-E042-4857-9686-48549ED80596}" dt="2025-06-24T07:17:01.268" v="794" actId="47"/>
        <pc:sldMkLst>
          <pc:docMk/>
          <pc:sldMk cId="1069866083" sldId="428"/>
        </pc:sldMkLst>
      </pc:sldChg>
      <pc:sldChg chg="del">
        <pc:chgData name="SHANIA PRICCILIA" userId="28f68feb-2ad7-4195-8423-6eee3405c604" providerId="ADAL" clId="{C26A85A7-E042-4857-9686-48549ED80596}" dt="2025-06-24T07:17:02.202" v="795" actId="47"/>
        <pc:sldMkLst>
          <pc:docMk/>
          <pc:sldMk cId="959896851" sldId="429"/>
        </pc:sldMkLst>
      </pc:sldChg>
      <pc:sldChg chg="del">
        <pc:chgData name="SHANIA PRICCILIA" userId="28f68feb-2ad7-4195-8423-6eee3405c604" providerId="ADAL" clId="{C26A85A7-E042-4857-9686-48549ED80596}" dt="2025-06-24T07:17:03.103" v="796" actId="47"/>
        <pc:sldMkLst>
          <pc:docMk/>
          <pc:sldMk cId="1068755758" sldId="430"/>
        </pc:sldMkLst>
      </pc:sldChg>
      <pc:sldChg chg="del">
        <pc:chgData name="SHANIA PRICCILIA" userId="28f68feb-2ad7-4195-8423-6eee3405c604" providerId="ADAL" clId="{C26A85A7-E042-4857-9686-48549ED80596}" dt="2025-06-24T07:17:04.206" v="797" actId="47"/>
        <pc:sldMkLst>
          <pc:docMk/>
          <pc:sldMk cId="2421933817" sldId="432"/>
        </pc:sldMkLst>
      </pc:sldChg>
      <pc:sldChg chg="modSp mod">
        <pc:chgData name="SHANIA PRICCILIA" userId="28f68feb-2ad7-4195-8423-6eee3405c604" providerId="ADAL" clId="{C26A85A7-E042-4857-9686-48549ED80596}" dt="2025-06-24T08:04:27.457" v="1083" actId="20577"/>
        <pc:sldMkLst>
          <pc:docMk/>
          <pc:sldMk cId="969322030" sldId="433"/>
        </pc:sldMkLst>
      </pc:sldChg>
      <pc:sldChg chg="delSp modSp mod">
        <pc:chgData name="SHANIA PRICCILIA" userId="28f68feb-2ad7-4195-8423-6eee3405c604" providerId="ADAL" clId="{C26A85A7-E042-4857-9686-48549ED80596}" dt="2025-06-24T08:08:13.270" v="1104" actId="113"/>
        <pc:sldMkLst>
          <pc:docMk/>
          <pc:sldMk cId="2348657055" sldId="434"/>
        </pc:sldMkLst>
      </pc:sldChg>
      <pc:sldChg chg="del">
        <pc:chgData name="SHANIA PRICCILIA" userId="28f68feb-2ad7-4195-8423-6eee3405c604" providerId="ADAL" clId="{C26A85A7-E042-4857-9686-48549ED80596}" dt="2025-06-24T08:07:51.935" v="1098" actId="47"/>
        <pc:sldMkLst>
          <pc:docMk/>
          <pc:sldMk cId="877612379" sldId="435"/>
        </pc:sldMkLst>
      </pc:sldChg>
      <pc:sldChg chg="del">
        <pc:chgData name="SHANIA PRICCILIA" userId="28f68feb-2ad7-4195-8423-6eee3405c604" providerId="ADAL" clId="{C26A85A7-E042-4857-9686-48549ED80596}" dt="2025-06-24T08:07:50.487" v="1097" actId="47"/>
        <pc:sldMkLst>
          <pc:docMk/>
          <pc:sldMk cId="457145765" sldId="436"/>
        </pc:sldMkLst>
      </pc:sldChg>
      <pc:sldChg chg="modSp add mod">
        <pc:chgData name="SHANIA PRICCILIA" userId="28f68feb-2ad7-4195-8423-6eee3405c604" providerId="ADAL" clId="{C26A85A7-E042-4857-9686-48549ED80596}" dt="2025-06-22T17:09:18.226" v="35" actId="20577"/>
        <pc:sldMkLst>
          <pc:docMk/>
          <pc:sldMk cId="4089623963" sldId="438"/>
        </pc:sldMkLst>
      </pc:sldChg>
      <pc:sldChg chg="modSp add mod">
        <pc:chgData name="SHANIA PRICCILIA" userId="28f68feb-2ad7-4195-8423-6eee3405c604" providerId="ADAL" clId="{C26A85A7-E042-4857-9686-48549ED80596}" dt="2025-06-22T17:10:56.246" v="64" actId="12"/>
        <pc:sldMkLst>
          <pc:docMk/>
          <pc:sldMk cId="142719835" sldId="439"/>
        </pc:sldMkLst>
      </pc:sldChg>
      <pc:sldChg chg="addSp modSp add mod">
        <pc:chgData name="SHANIA PRICCILIA" userId="28f68feb-2ad7-4195-8423-6eee3405c604" providerId="ADAL" clId="{C26A85A7-E042-4857-9686-48549ED80596}" dt="2025-06-24T06:01:22.550" v="472" actId="1076"/>
        <pc:sldMkLst>
          <pc:docMk/>
          <pc:sldMk cId="2875650160" sldId="440"/>
        </pc:sldMkLst>
      </pc:sldChg>
      <pc:sldChg chg="delSp modSp add mod">
        <pc:chgData name="SHANIA PRICCILIA" userId="28f68feb-2ad7-4195-8423-6eee3405c604" providerId="ADAL" clId="{C26A85A7-E042-4857-9686-48549ED80596}" dt="2025-06-22T17:54:31.780" v="245" actId="14100"/>
        <pc:sldMkLst>
          <pc:docMk/>
          <pc:sldMk cId="872226229" sldId="441"/>
        </pc:sldMkLst>
      </pc:sldChg>
      <pc:sldChg chg="modSp add mod">
        <pc:chgData name="SHANIA PRICCILIA" userId="28f68feb-2ad7-4195-8423-6eee3405c604" providerId="ADAL" clId="{C26A85A7-E042-4857-9686-48549ED80596}" dt="2025-06-22T17:57:07.521" v="256" actId="2711"/>
        <pc:sldMkLst>
          <pc:docMk/>
          <pc:sldMk cId="3961545168" sldId="442"/>
        </pc:sldMkLst>
      </pc:sldChg>
      <pc:sldChg chg="modSp add mod">
        <pc:chgData name="SHANIA PRICCILIA" userId="28f68feb-2ad7-4195-8423-6eee3405c604" providerId="ADAL" clId="{C26A85A7-E042-4857-9686-48549ED80596}" dt="2025-06-24T06:08:27.599" v="532" actId="20577"/>
        <pc:sldMkLst>
          <pc:docMk/>
          <pc:sldMk cId="3713029472" sldId="443"/>
        </pc:sldMkLst>
      </pc:sldChg>
      <pc:sldChg chg="modSp add mod">
        <pc:chgData name="SHANIA PRICCILIA" userId="28f68feb-2ad7-4195-8423-6eee3405c604" providerId="ADAL" clId="{C26A85A7-E042-4857-9686-48549ED80596}" dt="2025-06-24T06:02:59.625" v="480" actId="20577"/>
        <pc:sldMkLst>
          <pc:docMk/>
          <pc:sldMk cId="1150935989" sldId="444"/>
        </pc:sldMkLst>
      </pc:sldChg>
      <pc:sldChg chg="modSp add mod">
        <pc:chgData name="SHANIA PRICCILIA" userId="28f68feb-2ad7-4195-8423-6eee3405c604" providerId="ADAL" clId="{C26A85A7-E042-4857-9686-48549ED80596}" dt="2025-06-22T18:04:01.489" v="292" actId="2711"/>
        <pc:sldMkLst>
          <pc:docMk/>
          <pc:sldMk cId="2705872532" sldId="445"/>
        </pc:sldMkLst>
      </pc:sldChg>
      <pc:sldChg chg="modSp add mod">
        <pc:chgData name="SHANIA PRICCILIA" userId="28f68feb-2ad7-4195-8423-6eee3405c604" providerId="ADAL" clId="{C26A85A7-E042-4857-9686-48549ED80596}" dt="2025-06-24T08:12:33.805" v="1200" actId="20577"/>
        <pc:sldMkLst>
          <pc:docMk/>
          <pc:sldMk cId="4283506553" sldId="446"/>
        </pc:sldMkLst>
      </pc:sldChg>
      <pc:sldChg chg="modSp add mod">
        <pc:chgData name="SHANIA PRICCILIA" userId="28f68feb-2ad7-4195-8423-6eee3405c604" providerId="ADAL" clId="{C26A85A7-E042-4857-9686-48549ED80596}" dt="2025-06-24T07:28:39.362" v="901" actId="20577"/>
        <pc:sldMkLst>
          <pc:docMk/>
          <pc:sldMk cId="104603800" sldId="447"/>
        </pc:sldMkLst>
      </pc:sldChg>
      <pc:sldChg chg="addSp delSp modSp add mod ord">
        <pc:chgData name="SHANIA PRICCILIA" userId="28f68feb-2ad7-4195-8423-6eee3405c604" providerId="ADAL" clId="{C26A85A7-E042-4857-9686-48549ED80596}" dt="2025-06-24T07:45:09.559" v="1010" actId="20577"/>
        <pc:sldMkLst>
          <pc:docMk/>
          <pc:sldMk cId="3521277449" sldId="448"/>
        </pc:sldMkLst>
      </pc:sldChg>
      <pc:sldChg chg="addSp delSp modSp add mod">
        <pc:chgData name="SHANIA PRICCILIA" userId="28f68feb-2ad7-4195-8423-6eee3405c604" providerId="ADAL" clId="{C26A85A7-E042-4857-9686-48549ED80596}" dt="2025-06-24T07:24:43.838" v="862" actId="14100"/>
        <pc:sldMkLst>
          <pc:docMk/>
          <pc:sldMk cId="174669791" sldId="449"/>
        </pc:sldMkLst>
      </pc:sldChg>
      <pc:sldChg chg="addSp delSp modSp add mod ord">
        <pc:chgData name="SHANIA PRICCILIA" userId="28f68feb-2ad7-4195-8423-6eee3405c604" providerId="ADAL" clId="{C26A85A7-E042-4857-9686-48549ED80596}" dt="2025-06-24T07:24:33.485" v="860" actId="14100"/>
        <pc:sldMkLst>
          <pc:docMk/>
          <pc:sldMk cId="3886128179" sldId="450"/>
        </pc:sldMkLst>
      </pc:sldChg>
      <pc:sldChg chg="addSp delSp modSp add mod ord">
        <pc:chgData name="SHANIA PRICCILIA" userId="28f68feb-2ad7-4195-8423-6eee3405c604" providerId="ADAL" clId="{C26A85A7-E042-4857-9686-48549ED80596}" dt="2025-06-24T07:45:24.975" v="1011" actId="20577"/>
        <pc:sldMkLst>
          <pc:docMk/>
          <pc:sldMk cId="2981445622" sldId="451"/>
        </pc:sldMkLst>
      </pc:sldChg>
      <pc:sldChg chg="modSp add mod ord">
        <pc:chgData name="SHANIA PRICCILIA" userId="28f68feb-2ad7-4195-8423-6eee3405c604" providerId="ADAL" clId="{C26A85A7-E042-4857-9686-48549ED80596}" dt="2025-06-24T07:15:32.561" v="790"/>
        <pc:sldMkLst>
          <pc:docMk/>
          <pc:sldMk cId="81343822" sldId="452"/>
        </pc:sldMkLst>
      </pc:sldChg>
      <pc:sldChg chg="addSp delSp modSp add mod ord">
        <pc:chgData name="SHANIA PRICCILIA" userId="28f68feb-2ad7-4195-8423-6eee3405c604" providerId="ADAL" clId="{C26A85A7-E042-4857-9686-48549ED80596}" dt="2025-06-24T07:45:01.272" v="1008" actId="20577"/>
        <pc:sldMkLst>
          <pc:docMk/>
          <pc:sldMk cId="3843717408" sldId="453"/>
        </pc:sldMkLst>
      </pc:sldChg>
      <pc:sldChg chg="addSp delSp modSp add mod ord">
        <pc:chgData name="SHANIA PRICCILIA" userId="28f68feb-2ad7-4195-8423-6eee3405c604" providerId="ADAL" clId="{C26A85A7-E042-4857-9686-48549ED80596}" dt="2025-06-24T07:25:32.549" v="873" actId="20577"/>
        <pc:sldMkLst>
          <pc:docMk/>
          <pc:sldMk cId="2131006844" sldId="454"/>
        </pc:sldMkLst>
      </pc:sldChg>
      <pc:sldChg chg="addSp delSp modSp add mod ord">
        <pc:chgData name="SHANIA PRICCILIA" userId="28f68feb-2ad7-4195-8423-6eee3405c604" providerId="ADAL" clId="{C26A85A7-E042-4857-9686-48549ED80596}" dt="2025-06-24T07:29:27.644" v="947"/>
        <pc:sldMkLst>
          <pc:docMk/>
          <pc:sldMk cId="2462509516" sldId="455"/>
        </pc:sldMkLst>
      </pc:sldChg>
      <pc:sldChg chg="addSp delSp modSp add mod ord">
        <pc:chgData name="SHANIA PRICCILIA" userId="28f68feb-2ad7-4195-8423-6eee3405c604" providerId="ADAL" clId="{C26A85A7-E042-4857-9686-48549ED80596}" dt="2025-06-24T07:45:42.561" v="1012" actId="1076"/>
        <pc:sldMkLst>
          <pc:docMk/>
          <pc:sldMk cId="2300248321" sldId="456"/>
        </pc:sldMkLst>
      </pc:sldChg>
      <pc:sldChg chg="modSp add mod">
        <pc:chgData name="SHANIA PRICCILIA" userId="28f68feb-2ad7-4195-8423-6eee3405c604" providerId="ADAL" clId="{C26A85A7-E042-4857-9686-48549ED80596}" dt="2025-06-24T08:10:01.794" v="1172" actId="2711"/>
        <pc:sldMkLst>
          <pc:docMk/>
          <pc:sldMk cId="2354318653" sldId="457"/>
        </pc:sldMkLst>
      </pc:sldChg>
    </pc:docChg>
  </pc:docChgLst>
  <pc:docChgLst>
    <pc:chgData name="SHANIA PRICCILIA" userId="28f68feb-2ad7-4195-8423-6eee3405c604" providerId="ADAL" clId="{3D99DFC9-28DD-4C8F-B4DF-BEC5F4315C0E}"/>
    <pc:docChg chg="undo custSel addSld delSld modSld sldOrd">
      <pc:chgData name="SHANIA PRICCILIA" userId="28f68feb-2ad7-4195-8423-6eee3405c604" providerId="ADAL" clId="{3D99DFC9-28DD-4C8F-B4DF-BEC5F4315C0E}" dt="2025-06-26T11:03:35.387" v="1578" actId="20577"/>
      <pc:docMkLst>
        <pc:docMk/>
      </pc:docMkLst>
      <pc:sldChg chg="modSp mod">
        <pc:chgData name="SHANIA PRICCILIA" userId="28f68feb-2ad7-4195-8423-6eee3405c604" providerId="ADAL" clId="{3D99DFC9-28DD-4C8F-B4DF-BEC5F4315C0E}" dt="2025-06-24T17:44:53.334" v="8" actId="20577"/>
        <pc:sldMkLst>
          <pc:docMk/>
          <pc:sldMk cId="3807564589" sldId="256"/>
        </pc:sldMkLst>
        <pc:spChg chg="mod">
          <ac:chgData name="SHANIA PRICCILIA" userId="28f68feb-2ad7-4195-8423-6eee3405c604" providerId="ADAL" clId="{3D99DFC9-28DD-4C8F-B4DF-BEC5F4315C0E}" dt="2025-06-24T17:44:45.934" v="6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HANIA PRICCILIA" userId="28f68feb-2ad7-4195-8423-6eee3405c604" providerId="ADAL" clId="{3D99DFC9-28DD-4C8F-B4DF-BEC5F4315C0E}" dt="2025-06-24T17:45:32.325" v="12" actId="27636"/>
        <pc:sldMkLst>
          <pc:docMk/>
          <pc:sldMk cId="1968907909" sldId="258"/>
        </pc:sldMkLst>
        <pc:spChg chg="mod">
          <ac:chgData name="SHANIA PRICCILIA" userId="28f68feb-2ad7-4195-8423-6eee3405c604" providerId="ADAL" clId="{3D99DFC9-28DD-4C8F-B4DF-BEC5F4315C0E}" dt="2025-06-24T17:45:32.325" v="12" actId="27636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SHANIA PRICCILIA" userId="28f68feb-2ad7-4195-8423-6eee3405c604" providerId="ADAL" clId="{3D99DFC9-28DD-4C8F-B4DF-BEC5F4315C0E}" dt="2025-06-24T17:50:59.995" v="14" actId="5793"/>
        <pc:sldMkLst>
          <pc:docMk/>
          <pc:sldMk cId="4105662268" sldId="259"/>
        </pc:sldMkLst>
        <pc:spChg chg="mod">
          <ac:chgData name="SHANIA PRICCILIA" userId="28f68feb-2ad7-4195-8423-6eee3405c604" providerId="ADAL" clId="{3D99DFC9-28DD-4C8F-B4DF-BEC5F4315C0E}" dt="2025-06-24T17:50:59.995" v="14" actId="5793"/>
          <ac:spMkLst>
            <pc:docMk/>
            <pc:sldMk cId="4105662268" sldId="259"/>
            <ac:spMk id="4" creationId="{F37B5071-5AEC-07E9-E361-22C4629DB39D}"/>
          </ac:spMkLst>
        </pc:spChg>
      </pc:sldChg>
      <pc:sldChg chg="modSp mod">
        <pc:chgData name="SHANIA PRICCILIA" userId="28f68feb-2ad7-4195-8423-6eee3405c604" providerId="ADAL" clId="{3D99DFC9-28DD-4C8F-B4DF-BEC5F4315C0E}" dt="2025-06-24T18:00:21.454" v="96" actId="20577"/>
        <pc:sldMkLst>
          <pc:docMk/>
          <pc:sldMk cId="852008808" sldId="262"/>
        </pc:sldMkLst>
        <pc:spChg chg="mod">
          <ac:chgData name="SHANIA PRICCILIA" userId="28f68feb-2ad7-4195-8423-6eee3405c604" providerId="ADAL" clId="{3D99DFC9-28DD-4C8F-B4DF-BEC5F4315C0E}" dt="2025-06-24T17:52:17.460" v="15"/>
          <ac:spMkLst>
            <pc:docMk/>
            <pc:sldMk cId="852008808" sldId="262"/>
            <ac:spMk id="2" creationId="{B5ED9BEF-9542-7100-1D62-738DD1E8400C}"/>
          </ac:spMkLst>
        </pc:spChg>
        <pc:spChg chg="mod">
          <ac:chgData name="SHANIA PRICCILIA" userId="28f68feb-2ad7-4195-8423-6eee3405c604" providerId="ADAL" clId="{3D99DFC9-28DD-4C8F-B4DF-BEC5F4315C0E}" dt="2025-06-24T18:00:21.454" v="96" actId="20577"/>
          <ac:spMkLst>
            <pc:docMk/>
            <pc:sldMk cId="852008808" sldId="262"/>
            <ac:spMk id="4" creationId="{A658487A-CC6E-01E0-FD53-981205337ECB}"/>
          </ac:spMkLst>
        </pc:spChg>
      </pc:sldChg>
      <pc:sldChg chg="modSp mod">
        <pc:chgData name="SHANIA PRICCILIA" userId="28f68feb-2ad7-4195-8423-6eee3405c604" providerId="ADAL" clId="{3D99DFC9-28DD-4C8F-B4DF-BEC5F4315C0E}" dt="2025-06-26T11:03:35.387" v="1578" actId="20577"/>
        <pc:sldMkLst>
          <pc:docMk/>
          <pc:sldMk cId="3376909363" sldId="287"/>
        </pc:sldMkLst>
        <pc:spChg chg="mod">
          <ac:chgData name="SHANIA PRICCILIA" userId="28f68feb-2ad7-4195-8423-6eee3405c604" providerId="ADAL" clId="{3D99DFC9-28DD-4C8F-B4DF-BEC5F4315C0E}" dt="2025-06-26T11:03:35.387" v="1578" actId="20577"/>
          <ac:spMkLst>
            <pc:docMk/>
            <pc:sldMk cId="3376909363" sldId="287"/>
            <ac:spMk id="13" creationId="{FC637192-B017-8920-94C9-2C0A55F44F6B}"/>
          </ac:spMkLst>
        </pc:spChg>
      </pc:sldChg>
      <pc:sldChg chg="modSp mod">
        <pc:chgData name="SHANIA PRICCILIA" userId="28f68feb-2ad7-4195-8423-6eee3405c604" providerId="ADAL" clId="{3D99DFC9-28DD-4C8F-B4DF-BEC5F4315C0E}" dt="2025-06-26T10:59:18.213" v="1435" actId="12"/>
        <pc:sldMkLst>
          <pc:docMk/>
          <pc:sldMk cId="2125174800" sldId="333"/>
        </pc:sldMkLst>
        <pc:spChg chg="mod">
          <ac:chgData name="SHANIA PRICCILIA" userId="28f68feb-2ad7-4195-8423-6eee3405c604" providerId="ADAL" clId="{3D99DFC9-28DD-4C8F-B4DF-BEC5F4315C0E}" dt="2025-06-26T10:59:18.213" v="1435" actId="12"/>
          <ac:spMkLst>
            <pc:docMk/>
            <pc:sldMk cId="2125174800" sldId="333"/>
            <ac:spMk id="4" creationId="{E80C4902-46C4-1E95-FE4D-EA683502FD99}"/>
          </ac:spMkLst>
        </pc:spChg>
      </pc:sldChg>
      <pc:sldChg chg="modSp mod">
        <pc:chgData name="SHANIA PRICCILIA" userId="28f68feb-2ad7-4195-8423-6eee3405c604" providerId="ADAL" clId="{3D99DFC9-28DD-4C8F-B4DF-BEC5F4315C0E}" dt="2025-06-26T11:03:03.649" v="1551" actId="1076"/>
        <pc:sldMkLst>
          <pc:docMk/>
          <pc:sldMk cId="694380247" sldId="390"/>
        </pc:sldMkLst>
        <pc:spChg chg="mod">
          <ac:chgData name="SHANIA PRICCILIA" userId="28f68feb-2ad7-4195-8423-6eee3405c604" providerId="ADAL" clId="{3D99DFC9-28DD-4C8F-B4DF-BEC5F4315C0E}" dt="2025-06-26T11:03:03.649" v="1551" actId="1076"/>
          <ac:spMkLst>
            <pc:docMk/>
            <pc:sldMk cId="694380247" sldId="390"/>
            <ac:spMk id="4" creationId="{A3F736EA-6948-CC3C-404C-D901D54C4C03}"/>
          </ac:spMkLst>
        </pc:spChg>
      </pc:sldChg>
      <pc:sldChg chg="addSp delSp modSp mod">
        <pc:chgData name="SHANIA PRICCILIA" userId="28f68feb-2ad7-4195-8423-6eee3405c604" providerId="ADAL" clId="{3D99DFC9-28DD-4C8F-B4DF-BEC5F4315C0E}" dt="2025-06-24T19:12:19.922" v="562"/>
        <pc:sldMkLst>
          <pc:docMk/>
          <pc:sldMk cId="348394985" sldId="458"/>
        </pc:sldMkLst>
        <pc:spChg chg="mod">
          <ac:chgData name="SHANIA PRICCILIA" userId="28f68feb-2ad7-4195-8423-6eee3405c604" providerId="ADAL" clId="{3D99DFC9-28DD-4C8F-B4DF-BEC5F4315C0E}" dt="2025-06-24T18:01:28.131" v="109" actId="20577"/>
          <ac:spMkLst>
            <pc:docMk/>
            <pc:sldMk cId="348394985" sldId="458"/>
            <ac:spMk id="2" creationId="{4ADAE908-87B0-8FBD-CE58-E884821BB99E}"/>
          </ac:spMkLst>
        </pc:spChg>
        <pc:spChg chg="mod">
          <ac:chgData name="SHANIA PRICCILIA" userId="28f68feb-2ad7-4195-8423-6eee3405c604" providerId="ADAL" clId="{3D99DFC9-28DD-4C8F-B4DF-BEC5F4315C0E}" dt="2025-06-24T18:51:59.963" v="313" actId="20577"/>
          <ac:spMkLst>
            <pc:docMk/>
            <pc:sldMk cId="348394985" sldId="458"/>
            <ac:spMk id="4" creationId="{5AE5482A-889D-E7CE-393B-2F3D7ECDE366}"/>
          </ac:spMkLst>
        </pc:spChg>
        <pc:spChg chg="add mod">
          <ac:chgData name="SHANIA PRICCILIA" userId="28f68feb-2ad7-4195-8423-6eee3405c604" providerId="ADAL" clId="{3D99DFC9-28DD-4C8F-B4DF-BEC5F4315C0E}" dt="2025-06-24T19:12:19.922" v="562"/>
          <ac:spMkLst>
            <pc:docMk/>
            <pc:sldMk cId="348394985" sldId="458"/>
            <ac:spMk id="5" creationId="{9C0C0F15-FCF3-6D12-AFCB-F7FE0D60AB67}"/>
          </ac:spMkLst>
        </pc:spChg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489314318" sldId="459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473374748" sldId="460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174419165" sldId="461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1123401470" sldId="462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874720066" sldId="463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1096028199" sldId="464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980186065" sldId="465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2260792789" sldId="466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521809211" sldId="467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2981076033" sldId="468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1807689989" sldId="470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2044463102" sldId="471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769196956" sldId="473"/>
        </pc:sldMkLst>
      </pc:sldChg>
      <pc:sldChg chg="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1764936604" sldId="474"/>
        </pc:sldMkLst>
      </pc:sldChg>
      <pc:sldChg chg="modSp add mod">
        <pc:chgData name="SHANIA PRICCILIA" userId="28f68feb-2ad7-4195-8423-6eee3405c604" providerId="ADAL" clId="{3D99DFC9-28DD-4C8F-B4DF-BEC5F4315C0E}" dt="2025-06-24T17:59:47.595" v="74" actId="20577"/>
        <pc:sldMkLst>
          <pc:docMk/>
          <pc:sldMk cId="3248177082" sldId="475"/>
        </pc:sldMkLst>
        <pc:spChg chg="mod">
          <ac:chgData name="SHANIA PRICCILIA" userId="28f68feb-2ad7-4195-8423-6eee3405c604" providerId="ADAL" clId="{3D99DFC9-28DD-4C8F-B4DF-BEC5F4315C0E}" dt="2025-06-24T17:59:47.595" v="74" actId="20577"/>
          <ac:spMkLst>
            <pc:docMk/>
            <pc:sldMk cId="3248177082" sldId="475"/>
            <ac:spMk id="4" creationId="{538001DB-F6E3-8A7A-FE57-6C347EBB148F}"/>
          </ac:spMkLst>
        </pc:spChg>
      </pc:sldChg>
      <pc:sldChg chg="add del">
        <pc:chgData name="SHANIA PRICCILIA" userId="28f68feb-2ad7-4195-8423-6eee3405c604" providerId="ADAL" clId="{3D99DFC9-28DD-4C8F-B4DF-BEC5F4315C0E}" dt="2025-06-26T05:43:28.922" v="643" actId="2696"/>
        <pc:sldMkLst>
          <pc:docMk/>
          <pc:sldMk cId="2915243616" sldId="476"/>
        </pc:sldMkLst>
      </pc:sldChg>
      <pc:sldChg chg="addSp delSp modSp add mod">
        <pc:chgData name="SHANIA PRICCILIA" userId="28f68feb-2ad7-4195-8423-6eee3405c604" providerId="ADAL" clId="{3D99DFC9-28DD-4C8F-B4DF-BEC5F4315C0E}" dt="2025-06-24T18:48:00.906" v="284" actId="14100"/>
        <pc:sldMkLst>
          <pc:docMk/>
          <pc:sldMk cId="4139922910" sldId="477"/>
        </pc:sldMkLst>
        <pc:spChg chg="mod">
          <ac:chgData name="SHANIA PRICCILIA" userId="28f68feb-2ad7-4195-8423-6eee3405c604" providerId="ADAL" clId="{3D99DFC9-28DD-4C8F-B4DF-BEC5F4315C0E}" dt="2025-06-24T18:41:23.093" v="242" actId="1036"/>
          <ac:spMkLst>
            <pc:docMk/>
            <pc:sldMk cId="4139922910" sldId="477"/>
            <ac:spMk id="4" creationId="{30498C8F-2F72-B1FB-F4D5-AC4A75C2BD8F}"/>
          </ac:spMkLst>
        </pc:spChg>
        <pc:spChg chg="mod">
          <ac:chgData name="SHANIA PRICCILIA" userId="28f68feb-2ad7-4195-8423-6eee3405c604" providerId="ADAL" clId="{3D99DFC9-28DD-4C8F-B4DF-BEC5F4315C0E}" dt="2025-06-24T18:29:31.400" v="183" actId="20577"/>
          <ac:spMkLst>
            <pc:docMk/>
            <pc:sldMk cId="4139922910" sldId="477"/>
            <ac:spMk id="7" creationId="{799CF54F-13B1-4449-5D3A-44242F29F7B1}"/>
          </ac:spMkLst>
        </pc:spChg>
        <pc:spChg chg="add mod">
          <ac:chgData name="SHANIA PRICCILIA" userId="28f68feb-2ad7-4195-8423-6eee3405c604" providerId="ADAL" clId="{3D99DFC9-28DD-4C8F-B4DF-BEC5F4315C0E}" dt="2025-06-24T18:44:45.870" v="261" actId="1076"/>
          <ac:spMkLst>
            <pc:docMk/>
            <pc:sldMk cId="4139922910" sldId="477"/>
            <ac:spMk id="16" creationId="{F92B6478-D993-4B7A-5F91-EE09C0E0E1E4}"/>
          </ac:spMkLst>
        </pc:spChg>
        <pc:spChg chg="add mod">
          <ac:chgData name="SHANIA PRICCILIA" userId="28f68feb-2ad7-4195-8423-6eee3405c604" providerId="ADAL" clId="{3D99DFC9-28DD-4C8F-B4DF-BEC5F4315C0E}" dt="2025-06-24T18:46:33.405" v="273" actId="20577"/>
          <ac:spMkLst>
            <pc:docMk/>
            <pc:sldMk cId="4139922910" sldId="477"/>
            <ac:spMk id="20" creationId="{790CE2A3-C140-5DAE-6866-D25096BC835A}"/>
          </ac:spMkLst>
        </pc:spChg>
        <pc:picChg chg="add mod">
          <ac:chgData name="SHANIA PRICCILIA" userId="28f68feb-2ad7-4195-8423-6eee3405c604" providerId="ADAL" clId="{3D99DFC9-28DD-4C8F-B4DF-BEC5F4315C0E}" dt="2025-06-24T18:48:00.906" v="284" actId="14100"/>
          <ac:picMkLst>
            <pc:docMk/>
            <pc:sldMk cId="4139922910" sldId="477"/>
            <ac:picMk id="23" creationId="{1344A406-F62C-604D-D671-3BF8978D4BAC}"/>
          </ac:picMkLst>
        </pc:picChg>
      </pc:sldChg>
      <pc:sldChg chg="addSp delSp modSp add mod">
        <pc:chgData name="SHANIA PRICCILIA" userId="28f68feb-2ad7-4195-8423-6eee3405c604" providerId="ADAL" clId="{3D99DFC9-28DD-4C8F-B4DF-BEC5F4315C0E}" dt="2025-06-24T18:50:12.446" v="306" actId="14100"/>
        <pc:sldMkLst>
          <pc:docMk/>
          <pc:sldMk cId="1472556670" sldId="478"/>
        </pc:sldMkLst>
        <pc:spChg chg="mod">
          <ac:chgData name="SHANIA PRICCILIA" userId="28f68feb-2ad7-4195-8423-6eee3405c604" providerId="ADAL" clId="{3D99DFC9-28DD-4C8F-B4DF-BEC5F4315C0E}" dt="2025-06-24T18:48:52.269" v="290" actId="5793"/>
          <ac:spMkLst>
            <pc:docMk/>
            <pc:sldMk cId="1472556670" sldId="478"/>
            <ac:spMk id="4" creationId="{15FB9391-1183-58E4-34B6-91E599C5D7AE}"/>
          </ac:spMkLst>
        </pc:spChg>
        <pc:spChg chg="mod">
          <ac:chgData name="SHANIA PRICCILIA" userId="28f68feb-2ad7-4195-8423-6eee3405c604" providerId="ADAL" clId="{3D99DFC9-28DD-4C8F-B4DF-BEC5F4315C0E}" dt="2025-06-24T18:49:15.941" v="300" actId="20577"/>
          <ac:spMkLst>
            <pc:docMk/>
            <pc:sldMk cId="1472556670" sldId="478"/>
            <ac:spMk id="16" creationId="{899430D2-F7A4-FDF1-7BE5-8E4D0300E257}"/>
          </ac:spMkLst>
        </pc:spChg>
        <pc:picChg chg="add mod">
          <ac:chgData name="SHANIA PRICCILIA" userId="28f68feb-2ad7-4195-8423-6eee3405c604" providerId="ADAL" clId="{3D99DFC9-28DD-4C8F-B4DF-BEC5F4315C0E}" dt="2025-06-24T18:49:04.320" v="295" actId="14100"/>
          <ac:picMkLst>
            <pc:docMk/>
            <pc:sldMk cId="1472556670" sldId="478"/>
            <ac:picMk id="5" creationId="{CB8934BF-4DF9-0979-FC4A-AC1B5356BAFD}"/>
          </ac:picMkLst>
        </pc:picChg>
        <pc:picChg chg="add mod">
          <ac:chgData name="SHANIA PRICCILIA" userId="28f68feb-2ad7-4195-8423-6eee3405c604" providerId="ADAL" clId="{3D99DFC9-28DD-4C8F-B4DF-BEC5F4315C0E}" dt="2025-06-24T18:50:12.446" v="306" actId="14100"/>
          <ac:picMkLst>
            <pc:docMk/>
            <pc:sldMk cId="1472556670" sldId="478"/>
            <ac:picMk id="6" creationId="{5F2D3B57-E0CA-DAF5-DC69-31D99A2A8D2F}"/>
          </ac:picMkLst>
        </pc:picChg>
      </pc:sldChg>
      <pc:sldChg chg="modSp add mod">
        <pc:chgData name="SHANIA PRICCILIA" userId="28f68feb-2ad7-4195-8423-6eee3405c604" providerId="ADAL" clId="{3D99DFC9-28DD-4C8F-B4DF-BEC5F4315C0E}" dt="2025-06-24T19:16:45.334" v="571" actId="20577"/>
        <pc:sldMkLst>
          <pc:docMk/>
          <pc:sldMk cId="2978055018" sldId="479"/>
        </pc:sldMkLst>
        <pc:spChg chg="mod">
          <ac:chgData name="SHANIA PRICCILIA" userId="28f68feb-2ad7-4195-8423-6eee3405c604" providerId="ADAL" clId="{3D99DFC9-28DD-4C8F-B4DF-BEC5F4315C0E}" dt="2025-06-24T19:16:45.334" v="571" actId="20577"/>
          <ac:spMkLst>
            <pc:docMk/>
            <pc:sldMk cId="2978055018" sldId="479"/>
            <ac:spMk id="2" creationId="{0AE4BF61-DF9C-CA0E-7D60-1076C985BCAC}"/>
          </ac:spMkLst>
        </pc:spChg>
        <pc:spChg chg="mod">
          <ac:chgData name="SHANIA PRICCILIA" userId="28f68feb-2ad7-4195-8423-6eee3405c604" providerId="ADAL" clId="{3D99DFC9-28DD-4C8F-B4DF-BEC5F4315C0E}" dt="2025-06-24T18:52:06.071" v="314" actId="20577"/>
          <ac:spMkLst>
            <pc:docMk/>
            <pc:sldMk cId="2978055018" sldId="479"/>
            <ac:spMk id="4" creationId="{62F697EA-141F-4551-6C38-460608540AC2}"/>
          </ac:spMkLst>
        </pc:spChg>
        <pc:spChg chg="mod">
          <ac:chgData name="SHANIA PRICCILIA" userId="28f68feb-2ad7-4195-8423-6eee3405c604" providerId="ADAL" clId="{3D99DFC9-28DD-4C8F-B4DF-BEC5F4315C0E}" dt="2025-06-24T19:11:40.977" v="560" actId="20577"/>
          <ac:spMkLst>
            <pc:docMk/>
            <pc:sldMk cId="2978055018" sldId="479"/>
            <ac:spMk id="5" creationId="{7E077C9A-6D86-E7BF-A27D-8E38C8707E4E}"/>
          </ac:spMkLst>
        </pc:spChg>
      </pc:sldChg>
      <pc:sldChg chg="addSp delSp modSp add mod replId">
        <pc:chgData name="SHANIA PRICCILIA" userId="28f68feb-2ad7-4195-8423-6eee3405c604" providerId="ADAL" clId="{3D99DFC9-28DD-4C8F-B4DF-BEC5F4315C0E}" dt="2025-06-24T19:29:45.952" v="620" actId="1076"/>
        <pc:sldMkLst>
          <pc:docMk/>
          <pc:sldMk cId="1379032902" sldId="480"/>
        </pc:sldMkLst>
        <pc:spChg chg="mod">
          <ac:chgData name="SHANIA PRICCILIA" userId="28f68feb-2ad7-4195-8423-6eee3405c604" providerId="ADAL" clId="{3D99DFC9-28DD-4C8F-B4DF-BEC5F4315C0E}" dt="2025-06-24T19:16:50.377" v="580" actId="20577"/>
          <ac:spMkLst>
            <pc:docMk/>
            <pc:sldMk cId="1379032902" sldId="480"/>
            <ac:spMk id="2" creationId="{9942A3BE-0C62-937E-9546-E2294F61E4E5}"/>
          </ac:spMkLst>
        </pc:spChg>
        <pc:spChg chg="mod">
          <ac:chgData name="SHANIA PRICCILIA" userId="28f68feb-2ad7-4195-8423-6eee3405c604" providerId="ADAL" clId="{3D99DFC9-28DD-4C8F-B4DF-BEC5F4315C0E}" dt="2025-06-24T19:26:21.226" v="609" actId="1076"/>
          <ac:spMkLst>
            <pc:docMk/>
            <pc:sldMk cId="1379032902" sldId="480"/>
            <ac:spMk id="16" creationId="{5CE42656-0D1B-B137-0FA6-6BDFEBE88734}"/>
          </ac:spMkLst>
        </pc:spChg>
        <pc:spChg chg="mod">
          <ac:chgData name="SHANIA PRICCILIA" userId="28f68feb-2ad7-4195-8423-6eee3405c604" providerId="ADAL" clId="{3D99DFC9-28DD-4C8F-B4DF-BEC5F4315C0E}" dt="2025-06-24T19:26:25.007" v="610" actId="1076"/>
          <ac:spMkLst>
            <pc:docMk/>
            <pc:sldMk cId="1379032902" sldId="480"/>
            <ac:spMk id="20" creationId="{8015A442-EE19-A164-CF31-330C120A16BA}"/>
          </ac:spMkLst>
        </pc:spChg>
        <pc:picChg chg="add mod">
          <ac:chgData name="SHANIA PRICCILIA" userId="28f68feb-2ad7-4195-8423-6eee3405c604" providerId="ADAL" clId="{3D99DFC9-28DD-4C8F-B4DF-BEC5F4315C0E}" dt="2025-06-24T19:23:03.825" v="600" actId="14100"/>
          <ac:picMkLst>
            <pc:docMk/>
            <pc:sldMk cId="1379032902" sldId="480"/>
            <ac:picMk id="10" creationId="{BAD07220-AFF7-8495-6A29-FA8FEED02B4A}"/>
          </ac:picMkLst>
        </pc:picChg>
        <pc:picChg chg="add mod">
          <ac:chgData name="SHANIA PRICCILIA" userId="28f68feb-2ad7-4195-8423-6eee3405c604" providerId="ADAL" clId="{3D99DFC9-28DD-4C8F-B4DF-BEC5F4315C0E}" dt="2025-06-24T19:29:45.952" v="620" actId="1076"/>
          <ac:picMkLst>
            <pc:docMk/>
            <pc:sldMk cId="1379032902" sldId="480"/>
            <ac:picMk id="13" creationId="{DE48BDDC-27CB-2684-878E-2AE15AFFE210}"/>
          </ac:picMkLst>
        </pc:picChg>
      </pc:sldChg>
      <pc:sldChg chg="addSp delSp modSp add mod replId">
        <pc:chgData name="SHANIA PRICCILIA" userId="28f68feb-2ad7-4195-8423-6eee3405c604" providerId="ADAL" clId="{3D99DFC9-28DD-4C8F-B4DF-BEC5F4315C0E}" dt="2025-06-24T19:34:11.119" v="642" actId="20577"/>
        <pc:sldMkLst>
          <pc:docMk/>
          <pc:sldMk cId="104916592" sldId="481"/>
        </pc:sldMkLst>
        <pc:spChg chg="mod">
          <ac:chgData name="SHANIA PRICCILIA" userId="28f68feb-2ad7-4195-8423-6eee3405c604" providerId="ADAL" clId="{3D99DFC9-28DD-4C8F-B4DF-BEC5F4315C0E}" dt="2025-06-24T19:34:11.119" v="642" actId="20577"/>
          <ac:spMkLst>
            <pc:docMk/>
            <pc:sldMk cId="104916592" sldId="481"/>
            <ac:spMk id="2" creationId="{5F530FBD-481E-2C33-CB96-1192603FF0C4}"/>
          </ac:spMkLst>
        </pc:spChg>
        <pc:spChg chg="mod">
          <ac:chgData name="SHANIA PRICCILIA" userId="28f68feb-2ad7-4195-8423-6eee3405c604" providerId="ADAL" clId="{3D99DFC9-28DD-4C8F-B4DF-BEC5F4315C0E}" dt="2025-06-24T19:33:33.958" v="633" actId="1076"/>
          <ac:spMkLst>
            <pc:docMk/>
            <pc:sldMk cId="104916592" sldId="481"/>
            <ac:spMk id="16" creationId="{7C861DCD-1A2A-565F-DB9D-02CC72494887}"/>
          </ac:spMkLst>
        </pc:spChg>
        <pc:picChg chg="add mod">
          <ac:chgData name="SHANIA PRICCILIA" userId="28f68feb-2ad7-4195-8423-6eee3405c604" providerId="ADAL" clId="{3D99DFC9-28DD-4C8F-B4DF-BEC5F4315C0E}" dt="2025-06-24T19:32:15.919" v="628" actId="14100"/>
          <ac:picMkLst>
            <pc:docMk/>
            <pc:sldMk cId="104916592" sldId="481"/>
            <ac:picMk id="8" creationId="{8A7A4BAC-A49D-496A-E925-081572140FC6}"/>
          </ac:picMkLst>
        </pc:picChg>
        <pc:picChg chg="add mod">
          <ac:chgData name="SHANIA PRICCILIA" userId="28f68feb-2ad7-4195-8423-6eee3405c604" providerId="ADAL" clId="{3D99DFC9-28DD-4C8F-B4DF-BEC5F4315C0E}" dt="2025-06-24T19:33:30.503" v="632" actId="14100"/>
          <ac:picMkLst>
            <pc:docMk/>
            <pc:sldMk cId="104916592" sldId="481"/>
            <ac:picMk id="9" creationId="{EE95184B-2D4D-6F8F-2B2A-0515183174F0}"/>
          </ac:picMkLst>
        </pc:picChg>
      </pc:sldChg>
      <pc:sldChg chg="modSp add mod">
        <pc:chgData name="SHANIA PRICCILIA" userId="28f68feb-2ad7-4195-8423-6eee3405c604" providerId="ADAL" clId="{3D99DFC9-28DD-4C8F-B4DF-BEC5F4315C0E}" dt="2025-06-26T06:56:18.422" v="758" actId="14100"/>
        <pc:sldMkLst>
          <pc:docMk/>
          <pc:sldMk cId="1044468930" sldId="482"/>
        </pc:sldMkLst>
        <pc:spChg chg="mod">
          <ac:chgData name="SHANIA PRICCILIA" userId="28f68feb-2ad7-4195-8423-6eee3405c604" providerId="ADAL" clId="{3D99DFC9-28DD-4C8F-B4DF-BEC5F4315C0E}" dt="2025-06-26T06:42:18.513" v="653" actId="20577"/>
          <ac:spMkLst>
            <pc:docMk/>
            <pc:sldMk cId="1044468930" sldId="482"/>
            <ac:spMk id="2" creationId="{8756CF61-8F60-0455-95F5-2F94A162A5EB}"/>
          </ac:spMkLst>
        </pc:spChg>
        <pc:spChg chg="mod">
          <ac:chgData name="SHANIA PRICCILIA" userId="28f68feb-2ad7-4195-8423-6eee3405c604" providerId="ADAL" clId="{3D99DFC9-28DD-4C8F-B4DF-BEC5F4315C0E}" dt="2025-06-26T06:56:18.422" v="758" actId="14100"/>
          <ac:spMkLst>
            <pc:docMk/>
            <pc:sldMk cId="1044468930" sldId="482"/>
            <ac:spMk id="4" creationId="{35C40B22-FE02-65C5-A524-5939D47E8E1D}"/>
          </ac:spMkLst>
        </pc:spChg>
        <pc:spChg chg="mod">
          <ac:chgData name="SHANIA PRICCILIA" userId="28f68feb-2ad7-4195-8423-6eee3405c604" providerId="ADAL" clId="{3D99DFC9-28DD-4C8F-B4DF-BEC5F4315C0E}" dt="2025-06-26T06:56:11.857" v="757" actId="20577"/>
          <ac:spMkLst>
            <pc:docMk/>
            <pc:sldMk cId="1044468930" sldId="482"/>
            <ac:spMk id="5" creationId="{EF2380B8-9288-0009-EE16-E3C541049222}"/>
          </ac:spMkLst>
        </pc:spChg>
      </pc:sldChg>
      <pc:sldChg chg="addSp delSp modSp add mod replId">
        <pc:chgData name="SHANIA PRICCILIA" userId="28f68feb-2ad7-4195-8423-6eee3405c604" providerId="ADAL" clId="{3D99DFC9-28DD-4C8F-B4DF-BEC5F4315C0E}" dt="2025-06-26T06:57:18.282" v="772" actId="14100"/>
        <pc:sldMkLst>
          <pc:docMk/>
          <pc:sldMk cId="1255088589" sldId="483"/>
        </pc:sldMkLst>
        <pc:spChg chg="mod">
          <ac:chgData name="SHANIA PRICCILIA" userId="28f68feb-2ad7-4195-8423-6eee3405c604" providerId="ADAL" clId="{3D99DFC9-28DD-4C8F-B4DF-BEC5F4315C0E}" dt="2025-06-26T06:56:27.459" v="767" actId="20577"/>
          <ac:spMkLst>
            <pc:docMk/>
            <pc:sldMk cId="1255088589" sldId="483"/>
            <ac:spMk id="2" creationId="{8BD54D9B-16E1-DEE0-BFF8-5BBC82A26EE5}"/>
          </ac:spMkLst>
        </pc:spChg>
        <pc:picChg chg="add mod">
          <ac:chgData name="SHANIA PRICCILIA" userId="28f68feb-2ad7-4195-8423-6eee3405c604" providerId="ADAL" clId="{3D99DFC9-28DD-4C8F-B4DF-BEC5F4315C0E}" dt="2025-06-26T06:57:18.282" v="772" actId="14100"/>
          <ac:picMkLst>
            <pc:docMk/>
            <pc:sldMk cId="1255088589" sldId="483"/>
            <ac:picMk id="6" creationId="{BFB31220-2013-1144-8D51-CFC2C73CD8D6}"/>
          </ac:picMkLst>
        </pc:picChg>
      </pc:sldChg>
      <pc:sldChg chg="add del replId">
        <pc:chgData name="SHANIA PRICCILIA" userId="28f68feb-2ad7-4195-8423-6eee3405c604" providerId="ADAL" clId="{3D99DFC9-28DD-4C8F-B4DF-BEC5F4315C0E}" dt="2025-06-26T06:58:12.115" v="793" actId="47"/>
        <pc:sldMkLst>
          <pc:docMk/>
          <pc:sldMk cId="3365961575" sldId="484"/>
        </pc:sldMkLst>
      </pc:sldChg>
      <pc:sldChg chg="addSp delSp modSp add mod">
        <pc:chgData name="SHANIA PRICCILIA" userId="28f68feb-2ad7-4195-8423-6eee3405c604" providerId="ADAL" clId="{3D99DFC9-28DD-4C8F-B4DF-BEC5F4315C0E}" dt="2025-06-26T06:57:56.933" v="787" actId="14100"/>
        <pc:sldMkLst>
          <pc:docMk/>
          <pc:sldMk cId="1986044868" sldId="485"/>
        </pc:sldMkLst>
        <pc:picChg chg="add mod">
          <ac:chgData name="SHANIA PRICCILIA" userId="28f68feb-2ad7-4195-8423-6eee3405c604" providerId="ADAL" clId="{3D99DFC9-28DD-4C8F-B4DF-BEC5F4315C0E}" dt="2025-06-26T06:57:56.933" v="787" actId="14100"/>
          <ac:picMkLst>
            <pc:docMk/>
            <pc:sldMk cId="1986044868" sldId="485"/>
            <ac:picMk id="4" creationId="{8C1F0F8F-55F3-F7B1-B803-4F180D591B49}"/>
          </ac:picMkLst>
        </pc:picChg>
      </pc:sldChg>
      <pc:sldChg chg="addSp delSp modSp add mod">
        <pc:chgData name="SHANIA PRICCILIA" userId="28f68feb-2ad7-4195-8423-6eee3405c604" providerId="ADAL" clId="{3D99DFC9-28DD-4C8F-B4DF-BEC5F4315C0E}" dt="2025-06-26T06:58:10.191" v="792" actId="14100"/>
        <pc:sldMkLst>
          <pc:docMk/>
          <pc:sldMk cId="430846321" sldId="486"/>
        </pc:sldMkLst>
        <pc:picChg chg="add mod">
          <ac:chgData name="SHANIA PRICCILIA" userId="28f68feb-2ad7-4195-8423-6eee3405c604" providerId="ADAL" clId="{3D99DFC9-28DD-4C8F-B4DF-BEC5F4315C0E}" dt="2025-06-26T06:58:10.191" v="792" actId="14100"/>
          <ac:picMkLst>
            <pc:docMk/>
            <pc:sldMk cId="430846321" sldId="486"/>
            <ac:picMk id="21509" creationId="{00000000-0000-0000-0000-000000000000}"/>
          </ac:picMkLst>
        </pc:picChg>
      </pc:sldChg>
      <pc:sldChg chg="modSp add mod ord">
        <pc:chgData name="SHANIA PRICCILIA" userId="28f68feb-2ad7-4195-8423-6eee3405c604" providerId="ADAL" clId="{3D99DFC9-28DD-4C8F-B4DF-BEC5F4315C0E}" dt="2025-06-26T09:23:52.970" v="1114" actId="20577"/>
        <pc:sldMkLst>
          <pc:docMk/>
          <pc:sldMk cId="3895235591" sldId="487"/>
        </pc:sldMkLst>
        <pc:spChg chg="mod">
          <ac:chgData name="SHANIA PRICCILIA" userId="28f68feb-2ad7-4195-8423-6eee3405c604" providerId="ADAL" clId="{3D99DFC9-28DD-4C8F-B4DF-BEC5F4315C0E}" dt="2025-06-26T07:31:08.994" v="799" actId="20577"/>
          <ac:spMkLst>
            <pc:docMk/>
            <pc:sldMk cId="3895235591" sldId="487"/>
            <ac:spMk id="2" creationId="{DEE2A413-86CD-1D76-6DD4-CA2B42D76E40}"/>
          </ac:spMkLst>
        </pc:spChg>
        <pc:spChg chg="mod">
          <ac:chgData name="SHANIA PRICCILIA" userId="28f68feb-2ad7-4195-8423-6eee3405c604" providerId="ADAL" clId="{3D99DFC9-28DD-4C8F-B4DF-BEC5F4315C0E}" dt="2025-06-26T07:46:41.088" v="850" actId="5793"/>
          <ac:spMkLst>
            <pc:docMk/>
            <pc:sldMk cId="3895235591" sldId="487"/>
            <ac:spMk id="4" creationId="{0FAAB8CB-DA3F-C715-1EE5-08BD22A6A082}"/>
          </ac:spMkLst>
        </pc:spChg>
        <pc:spChg chg="mod">
          <ac:chgData name="SHANIA PRICCILIA" userId="28f68feb-2ad7-4195-8423-6eee3405c604" providerId="ADAL" clId="{3D99DFC9-28DD-4C8F-B4DF-BEC5F4315C0E}" dt="2025-06-26T09:23:52.970" v="1114" actId="20577"/>
          <ac:spMkLst>
            <pc:docMk/>
            <pc:sldMk cId="3895235591" sldId="487"/>
            <ac:spMk id="5" creationId="{FC7344B3-6EAF-7867-6BEC-EBD43CD57207}"/>
          </ac:spMkLst>
        </pc:spChg>
      </pc:sldChg>
      <pc:sldChg chg="addSp delSp modSp add del mod replId">
        <pc:chgData name="SHANIA PRICCILIA" userId="28f68feb-2ad7-4195-8423-6eee3405c604" providerId="ADAL" clId="{3D99DFC9-28DD-4C8F-B4DF-BEC5F4315C0E}" dt="2025-06-26T09:05:28.933" v="925" actId="47"/>
        <pc:sldMkLst>
          <pc:docMk/>
          <pc:sldMk cId="2394102735" sldId="488"/>
        </pc:sldMkLst>
      </pc:sldChg>
      <pc:sldChg chg="add del replId">
        <pc:chgData name="SHANIA PRICCILIA" userId="28f68feb-2ad7-4195-8423-6eee3405c604" providerId="ADAL" clId="{3D99DFC9-28DD-4C8F-B4DF-BEC5F4315C0E}" dt="2025-06-26T07:59:27.805" v="891" actId="47"/>
        <pc:sldMkLst>
          <pc:docMk/>
          <pc:sldMk cId="2342004376" sldId="489"/>
        </pc:sldMkLst>
      </pc:sldChg>
      <pc:sldChg chg="add del replId">
        <pc:chgData name="SHANIA PRICCILIA" userId="28f68feb-2ad7-4195-8423-6eee3405c604" providerId="ADAL" clId="{3D99DFC9-28DD-4C8F-B4DF-BEC5F4315C0E}" dt="2025-06-26T07:59:30.554" v="892" actId="47"/>
        <pc:sldMkLst>
          <pc:docMk/>
          <pc:sldMk cId="3353030218" sldId="490"/>
        </pc:sldMkLst>
      </pc:sldChg>
      <pc:sldChg chg="delSp modSp add mod">
        <pc:chgData name="SHANIA PRICCILIA" userId="28f68feb-2ad7-4195-8423-6eee3405c604" providerId="ADAL" clId="{3D99DFC9-28DD-4C8F-B4DF-BEC5F4315C0E}" dt="2025-06-26T10:37:04.805" v="1387" actId="20577"/>
        <pc:sldMkLst>
          <pc:docMk/>
          <pc:sldMk cId="3406957205" sldId="491"/>
        </pc:sldMkLst>
        <pc:spChg chg="mod">
          <ac:chgData name="SHANIA PRICCILIA" userId="28f68feb-2ad7-4195-8423-6eee3405c604" providerId="ADAL" clId="{3D99DFC9-28DD-4C8F-B4DF-BEC5F4315C0E}" dt="2025-06-26T10:37:04.805" v="1387" actId="20577"/>
          <ac:spMkLst>
            <pc:docMk/>
            <pc:sldMk cId="3406957205" sldId="491"/>
            <ac:spMk id="4" creationId="{FB69FA39-B5A6-4571-6558-8992B8BBA917}"/>
          </ac:spMkLst>
        </pc:spChg>
      </pc:sldChg>
      <pc:sldChg chg="modSp add mod ord">
        <pc:chgData name="SHANIA PRICCILIA" userId="28f68feb-2ad7-4195-8423-6eee3405c604" providerId="ADAL" clId="{3D99DFC9-28DD-4C8F-B4DF-BEC5F4315C0E}" dt="2025-06-26T07:49:19.319" v="864" actId="6549"/>
        <pc:sldMkLst>
          <pc:docMk/>
          <pc:sldMk cId="476832683" sldId="492"/>
        </pc:sldMkLst>
        <pc:spChg chg="mod">
          <ac:chgData name="SHANIA PRICCILIA" userId="28f68feb-2ad7-4195-8423-6eee3405c604" providerId="ADAL" clId="{3D99DFC9-28DD-4C8F-B4DF-BEC5F4315C0E}" dt="2025-06-26T07:49:19.319" v="864" actId="6549"/>
          <ac:spMkLst>
            <pc:docMk/>
            <pc:sldMk cId="476832683" sldId="492"/>
            <ac:spMk id="5" creationId="{5CE2F8C7-79A3-F876-7574-8DF0C9A3B62D}"/>
          </ac:spMkLst>
        </pc:spChg>
      </pc:sldChg>
      <pc:sldChg chg="addSp delSp modSp add mod ord">
        <pc:chgData name="SHANIA PRICCILIA" userId="28f68feb-2ad7-4195-8423-6eee3405c604" providerId="ADAL" clId="{3D99DFC9-28DD-4C8F-B4DF-BEC5F4315C0E}" dt="2025-06-26T09:11:04.272" v="935" actId="20577"/>
        <pc:sldMkLst>
          <pc:docMk/>
          <pc:sldMk cId="2948284769" sldId="493"/>
        </pc:sldMkLst>
        <pc:spChg chg="add mod">
          <ac:chgData name="SHANIA PRICCILIA" userId="28f68feb-2ad7-4195-8423-6eee3405c604" providerId="ADAL" clId="{3D99DFC9-28DD-4C8F-B4DF-BEC5F4315C0E}" dt="2025-06-26T09:11:04.272" v="935" actId="20577"/>
          <ac:spMkLst>
            <pc:docMk/>
            <pc:sldMk cId="2948284769" sldId="493"/>
            <ac:spMk id="5" creationId="{5DDBA924-7FE5-F389-1546-0ED8EEA31827}"/>
          </ac:spMkLst>
        </pc:spChg>
        <pc:picChg chg="add mod">
          <ac:chgData name="SHANIA PRICCILIA" userId="28f68feb-2ad7-4195-8423-6eee3405c604" providerId="ADAL" clId="{3D99DFC9-28DD-4C8F-B4DF-BEC5F4315C0E}" dt="2025-06-26T09:05:23.714" v="923" actId="1076"/>
          <ac:picMkLst>
            <pc:docMk/>
            <pc:sldMk cId="2948284769" sldId="493"/>
            <ac:picMk id="3" creationId="{2895907F-6BA0-C944-C96B-D0B2A6EBFBDF}"/>
          </ac:picMkLst>
        </pc:picChg>
        <pc:picChg chg="add mod">
          <ac:chgData name="SHANIA PRICCILIA" userId="28f68feb-2ad7-4195-8423-6eee3405c604" providerId="ADAL" clId="{3D99DFC9-28DD-4C8F-B4DF-BEC5F4315C0E}" dt="2025-06-26T09:05:24.894" v="924" actId="1076"/>
          <ac:picMkLst>
            <pc:docMk/>
            <pc:sldMk cId="2948284769" sldId="493"/>
            <ac:picMk id="4" creationId="{CF51F0E2-71B3-1496-B497-F5D0CBC60C2F}"/>
          </ac:picMkLst>
        </pc:picChg>
      </pc:sldChg>
      <pc:sldChg chg="addSp delSp modSp add mod">
        <pc:chgData name="SHANIA PRICCILIA" userId="28f68feb-2ad7-4195-8423-6eee3405c604" providerId="ADAL" clId="{3D99DFC9-28DD-4C8F-B4DF-BEC5F4315C0E}" dt="2025-06-26T09:13:55.322" v="1026" actId="14100"/>
        <pc:sldMkLst>
          <pc:docMk/>
          <pc:sldMk cId="3008605785" sldId="494"/>
        </pc:sldMkLst>
        <pc:spChg chg="mod">
          <ac:chgData name="SHANIA PRICCILIA" userId="28f68feb-2ad7-4195-8423-6eee3405c604" providerId="ADAL" clId="{3D99DFC9-28DD-4C8F-B4DF-BEC5F4315C0E}" dt="2025-06-26T09:12:20.874" v="977" actId="20577"/>
          <ac:spMkLst>
            <pc:docMk/>
            <pc:sldMk cId="3008605785" sldId="494"/>
            <ac:spMk id="5" creationId="{18D0D257-9D79-2A67-8AAA-7E75A822F93E}"/>
          </ac:spMkLst>
        </pc:spChg>
        <pc:picChg chg="add mod">
          <ac:chgData name="SHANIA PRICCILIA" userId="28f68feb-2ad7-4195-8423-6eee3405c604" providerId="ADAL" clId="{3D99DFC9-28DD-4C8F-B4DF-BEC5F4315C0E}" dt="2025-06-26T09:13:55.322" v="1026" actId="14100"/>
          <ac:picMkLst>
            <pc:docMk/>
            <pc:sldMk cId="3008605785" sldId="494"/>
            <ac:picMk id="13" creationId="{49C41E0B-35E3-8CA0-E79F-CA9BE679B44B}"/>
          </ac:picMkLst>
        </pc:picChg>
      </pc:sldChg>
      <pc:sldChg chg="addSp delSp modSp add mod">
        <pc:chgData name="SHANIA PRICCILIA" userId="28f68feb-2ad7-4195-8423-6eee3405c604" providerId="ADAL" clId="{3D99DFC9-28DD-4C8F-B4DF-BEC5F4315C0E}" dt="2025-06-26T09:15:08.402" v="1049" actId="1076"/>
        <pc:sldMkLst>
          <pc:docMk/>
          <pc:sldMk cId="3410172914" sldId="495"/>
        </pc:sldMkLst>
        <pc:spChg chg="mod">
          <ac:chgData name="SHANIA PRICCILIA" userId="28f68feb-2ad7-4195-8423-6eee3405c604" providerId="ADAL" clId="{3D99DFC9-28DD-4C8F-B4DF-BEC5F4315C0E}" dt="2025-06-26T09:14:05.805" v="1040" actId="20577"/>
          <ac:spMkLst>
            <pc:docMk/>
            <pc:sldMk cId="3410172914" sldId="495"/>
            <ac:spMk id="5" creationId="{5DAFC391-99BC-CA13-213F-4AD9E757D8CD}"/>
          </ac:spMkLst>
        </pc:spChg>
        <pc:picChg chg="add mod">
          <ac:chgData name="SHANIA PRICCILIA" userId="28f68feb-2ad7-4195-8423-6eee3405c604" providerId="ADAL" clId="{3D99DFC9-28DD-4C8F-B4DF-BEC5F4315C0E}" dt="2025-06-26T09:14:43.183" v="1044" actId="14100"/>
          <ac:picMkLst>
            <pc:docMk/>
            <pc:sldMk cId="3410172914" sldId="495"/>
            <ac:picMk id="3" creationId="{80E31707-B66F-D80B-3DE0-D2269D76901C}"/>
          </ac:picMkLst>
        </pc:picChg>
        <pc:picChg chg="add mod">
          <ac:chgData name="SHANIA PRICCILIA" userId="28f68feb-2ad7-4195-8423-6eee3405c604" providerId="ADAL" clId="{3D99DFC9-28DD-4C8F-B4DF-BEC5F4315C0E}" dt="2025-06-26T09:15:08.402" v="1049" actId="1076"/>
          <ac:picMkLst>
            <pc:docMk/>
            <pc:sldMk cId="3410172914" sldId="495"/>
            <ac:picMk id="4" creationId="{B4DC9FC5-A61D-F58F-E300-3C8949E68755}"/>
          </ac:picMkLst>
        </pc:picChg>
      </pc:sldChg>
      <pc:sldChg chg="addSp delSp modSp add mod">
        <pc:chgData name="SHANIA PRICCILIA" userId="28f68feb-2ad7-4195-8423-6eee3405c604" providerId="ADAL" clId="{3D99DFC9-28DD-4C8F-B4DF-BEC5F4315C0E}" dt="2025-06-26T09:21:07.934" v="1083" actId="1076"/>
        <pc:sldMkLst>
          <pc:docMk/>
          <pc:sldMk cId="2994058237" sldId="496"/>
        </pc:sldMkLst>
        <pc:spChg chg="mod">
          <ac:chgData name="SHANIA PRICCILIA" userId="28f68feb-2ad7-4195-8423-6eee3405c604" providerId="ADAL" clId="{3D99DFC9-28DD-4C8F-B4DF-BEC5F4315C0E}" dt="2025-06-26T09:19:28.331" v="1062" actId="20577"/>
          <ac:spMkLst>
            <pc:docMk/>
            <pc:sldMk cId="2994058237" sldId="496"/>
            <ac:spMk id="5" creationId="{6B3E1FED-E09E-1293-CD56-1F0758085230}"/>
          </ac:spMkLst>
        </pc:spChg>
        <pc:spChg chg="add mod">
          <ac:chgData name="SHANIA PRICCILIA" userId="28f68feb-2ad7-4195-8423-6eee3405c604" providerId="ADAL" clId="{3D99DFC9-28DD-4C8F-B4DF-BEC5F4315C0E}" dt="2025-06-26T09:21:07.934" v="1083" actId="1076"/>
          <ac:spMkLst>
            <pc:docMk/>
            <pc:sldMk cId="2994058237" sldId="496"/>
            <ac:spMk id="8" creationId="{95E8C3B8-3374-D4DB-8399-CDC85BC5086F}"/>
          </ac:spMkLst>
        </pc:spChg>
        <pc:picChg chg="add mod">
          <ac:chgData name="SHANIA PRICCILIA" userId="28f68feb-2ad7-4195-8423-6eee3405c604" providerId="ADAL" clId="{3D99DFC9-28DD-4C8F-B4DF-BEC5F4315C0E}" dt="2025-06-26T09:21:05.242" v="1082" actId="14100"/>
          <ac:picMkLst>
            <pc:docMk/>
            <pc:sldMk cId="2994058237" sldId="496"/>
            <ac:picMk id="6" creationId="{F53FE550-6496-67AA-85B4-106D8033C3C0}"/>
          </ac:picMkLst>
        </pc:picChg>
        <pc:picChg chg="add mod">
          <ac:chgData name="SHANIA PRICCILIA" userId="28f68feb-2ad7-4195-8423-6eee3405c604" providerId="ADAL" clId="{3D99DFC9-28DD-4C8F-B4DF-BEC5F4315C0E}" dt="2025-06-26T09:21:01.946" v="1081" actId="1076"/>
          <ac:picMkLst>
            <pc:docMk/>
            <pc:sldMk cId="2994058237" sldId="496"/>
            <ac:picMk id="9" creationId="{7CDF79B7-DAD7-A9DE-F1EB-79C697B684EB}"/>
          </ac:picMkLst>
        </pc:picChg>
      </pc:sldChg>
      <pc:sldChg chg="addSp delSp modSp add mod">
        <pc:chgData name="SHANIA PRICCILIA" userId="28f68feb-2ad7-4195-8423-6eee3405c604" providerId="ADAL" clId="{3D99DFC9-28DD-4C8F-B4DF-BEC5F4315C0E}" dt="2025-06-26T09:23:31.555" v="1096" actId="14100"/>
        <pc:sldMkLst>
          <pc:docMk/>
          <pc:sldMk cId="869832502" sldId="497"/>
        </pc:sldMkLst>
        <pc:spChg chg="mod">
          <ac:chgData name="SHANIA PRICCILIA" userId="28f68feb-2ad7-4195-8423-6eee3405c604" providerId="ADAL" clId="{3D99DFC9-28DD-4C8F-B4DF-BEC5F4315C0E}" dt="2025-06-26T09:23:10.909" v="1090" actId="20577"/>
          <ac:spMkLst>
            <pc:docMk/>
            <pc:sldMk cId="869832502" sldId="497"/>
            <ac:spMk id="5" creationId="{27B76CC7-6024-E2BF-7729-2FBB5ED42C21}"/>
          </ac:spMkLst>
        </pc:spChg>
        <pc:picChg chg="add mod">
          <ac:chgData name="SHANIA PRICCILIA" userId="28f68feb-2ad7-4195-8423-6eee3405c604" providerId="ADAL" clId="{3D99DFC9-28DD-4C8F-B4DF-BEC5F4315C0E}" dt="2025-06-26T09:23:31.555" v="1096" actId="14100"/>
          <ac:picMkLst>
            <pc:docMk/>
            <pc:sldMk cId="869832502" sldId="497"/>
            <ac:picMk id="3" creationId="{DA8E6A3E-39C3-8A47-FD48-84F5C157BDD9}"/>
          </ac:picMkLst>
        </pc:picChg>
      </pc:sldChg>
      <pc:sldChg chg="add del ord">
        <pc:chgData name="SHANIA PRICCILIA" userId="28f68feb-2ad7-4195-8423-6eee3405c604" providerId="ADAL" clId="{3D99DFC9-28DD-4C8F-B4DF-BEC5F4315C0E}" dt="2025-06-26T09:55:32.966" v="1121" actId="47"/>
        <pc:sldMkLst>
          <pc:docMk/>
          <pc:sldMk cId="857862894" sldId="498"/>
        </pc:sldMkLst>
      </pc:sldChg>
      <pc:sldChg chg="modSp add mod ord">
        <pc:chgData name="SHANIA PRICCILIA" userId="28f68feb-2ad7-4195-8423-6eee3405c604" providerId="ADAL" clId="{3D99DFC9-28DD-4C8F-B4DF-BEC5F4315C0E}" dt="2025-06-26T10:37:18.431" v="1390" actId="12"/>
        <pc:sldMkLst>
          <pc:docMk/>
          <pc:sldMk cId="2474057756" sldId="499"/>
        </pc:sldMkLst>
        <pc:spChg chg="mod">
          <ac:chgData name="SHANIA PRICCILIA" userId="28f68feb-2ad7-4195-8423-6eee3405c604" providerId="ADAL" clId="{3D99DFC9-28DD-4C8F-B4DF-BEC5F4315C0E}" dt="2025-06-26T09:55:38.251" v="1126" actId="20577"/>
          <ac:spMkLst>
            <pc:docMk/>
            <pc:sldMk cId="2474057756" sldId="499"/>
            <ac:spMk id="2" creationId="{8106A0F3-02C9-043B-C799-23F9AB30B2ED}"/>
          </ac:spMkLst>
        </pc:spChg>
        <pc:spChg chg="mod">
          <ac:chgData name="SHANIA PRICCILIA" userId="28f68feb-2ad7-4195-8423-6eee3405c604" providerId="ADAL" clId="{3D99DFC9-28DD-4C8F-B4DF-BEC5F4315C0E}" dt="2025-06-26T10:37:18.431" v="1390" actId="12"/>
          <ac:spMkLst>
            <pc:docMk/>
            <pc:sldMk cId="2474057756" sldId="499"/>
            <ac:spMk id="4" creationId="{F3D62427-B37E-180E-8FBA-7CADFB349017}"/>
          </ac:spMkLst>
        </pc:spChg>
      </pc:sldChg>
      <pc:sldChg chg="modSp add mod ord">
        <pc:chgData name="SHANIA PRICCILIA" userId="28f68feb-2ad7-4195-8423-6eee3405c604" providerId="ADAL" clId="{3D99DFC9-28DD-4C8F-B4DF-BEC5F4315C0E}" dt="2025-06-26T10:00:05.638" v="1206" actId="20577"/>
        <pc:sldMkLst>
          <pc:docMk/>
          <pc:sldMk cId="2524660168" sldId="500"/>
        </pc:sldMkLst>
        <pc:spChg chg="mod">
          <ac:chgData name="SHANIA PRICCILIA" userId="28f68feb-2ad7-4195-8423-6eee3405c604" providerId="ADAL" clId="{3D99DFC9-28DD-4C8F-B4DF-BEC5F4315C0E}" dt="2025-06-26T09:59:34.225" v="1199" actId="20577"/>
          <ac:spMkLst>
            <pc:docMk/>
            <pc:sldMk cId="2524660168" sldId="500"/>
            <ac:spMk id="2" creationId="{B177ECC8-83E1-881E-F7C6-688B2E40DD27}"/>
          </ac:spMkLst>
        </pc:spChg>
        <pc:spChg chg="mod">
          <ac:chgData name="SHANIA PRICCILIA" userId="28f68feb-2ad7-4195-8423-6eee3405c604" providerId="ADAL" clId="{3D99DFC9-28DD-4C8F-B4DF-BEC5F4315C0E}" dt="2025-06-26T10:00:05.638" v="1206" actId="20577"/>
          <ac:spMkLst>
            <pc:docMk/>
            <pc:sldMk cId="2524660168" sldId="500"/>
            <ac:spMk id="5" creationId="{7C49C45F-CF75-5B14-198D-04B7AE3092D1}"/>
          </ac:spMkLst>
        </pc:spChg>
      </pc:sldChg>
      <pc:sldChg chg="modSp add mod">
        <pc:chgData name="SHANIA PRICCILIA" userId="28f68feb-2ad7-4195-8423-6eee3405c604" providerId="ADAL" clId="{3D99DFC9-28DD-4C8F-B4DF-BEC5F4315C0E}" dt="2025-06-26T10:27:32.380" v="1286" actId="20577"/>
        <pc:sldMkLst>
          <pc:docMk/>
          <pc:sldMk cId="1302535909" sldId="501"/>
        </pc:sldMkLst>
        <pc:spChg chg="mod">
          <ac:chgData name="SHANIA PRICCILIA" userId="28f68feb-2ad7-4195-8423-6eee3405c604" providerId="ADAL" clId="{3D99DFC9-28DD-4C8F-B4DF-BEC5F4315C0E}" dt="2025-06-26T10:26:03.246" v="1213" actId="14100"/>
          <ac:spMkLst>
            <pc:docMk/>
            <pc:sldMk cId="1302535909" sldId="501"/>
            <ac:spMk id="4" creationId="{239A8C9F-E6E7-45D4-2E85-7CE3BAED772E}"/>
          </ac:spMkLst>
        </pc:spChg>
        <pc:spChg chg="mod">
          <ac:chgData name="SHANIA PRICCILIA" userId="28f68feb-2ad7-4195-8423-6eee3405c604" providerId="ADAL" clId="{3D99DFC9-28DD-4C8F-B4DF-BEC5F4315C0E}" dt="2025-06-26T10:27:32.380" v="1286" actId="20577"/>
          <ac:spMkLst>
            <pc:docMk/>
            <pc:sldMk cId="1302535909" sldId="501"/>
            <ac:spMk id="5" creationId="{462F129C-0F3B-57DB-10B3-AA8AC89C64FD}"/>
          </ac:spMkLst>
        </pc:spChg>
      </pc:sldChg>
      <pc:sldChg chg="addSp delSp modSp add mod ord">
        <pc:chgData name="SHANIA PRICCILIA" userId="28f68feb-2ad7-4195-8423-6eee3405c604" providerId="ADAL" clId="{3D99DFC9-28DD-4C8F-B4DF-BEC5F4315C0E}" dt="2025-06-26T10:38:24.725" v="1404" actId="20577"/>
        <pc:sldMkLst>
          <pc:docMk/>
          <pc:sldMk cId="808522630" sldId="502"/>
        </pc:sldMkLst>
        <pc:spChg chg="mod">
          <ac:chgData name="SHANIA PRICCILIA" userId="28f68feb-2ad7-4195-8423-6eee3405c604" providerId="ADAL" clId="{3D99DFC9-28DD-4C8F-B4DF-BEC5F4315C0E}" dt="2025-06-26T10:38:24.725" v="1404" actId="20577"/>
          <ac:spMkLst>
            <pc:docMk/>
            <pc:sldMk cId="808522630" sldId="502"/>
            <ac:spMk id="2" creationId="{CE1EC055-1FEC-3C54-9DEC-802BBA33C696}"/>
          </ac:spMkLst>
        </pc:spChg>
        <pc:picChg chg="add mod">
          <ac:chgData name="SHANIA PRICCILIA" userId="28f68feb-2ad7-4195-8423-6eee3405c604" providerId="ADAL" clId="{3D99DFC9-28DD-4C8F-B4DF-BEC5F4315C0E}" dt="2025-06-26T10:37:57.684" v="1399" actId="1076"/>
          <ac:picMkLst>
            <pc:docMk/>
            <pc:sldMk cId="808522630" sldId="502"/>
            <ac:picMk id="9" creationId="{27F122B9-1F4B-83D4-6209-DCC2335C2846}"/>
          </ac:picMkLst>
        </pc:picChg>
      </pc:sldChg>
      <pc:sldChg chg="addSp delSp modSp add mod">
        <pc:chgData name="SHANIA PRICCILIA" userId="28f68feb-2ad7-4195-8423-6eee3405c604" providerId="ADAL" clId="{3D99DFC9-28DD-4C8F-B4DF-BEC5F4315C0E}" dt="2025-06-26T10:36:08.932" v="1385" actId="14100"/>
        <pc:sldMkLst>
          <pc:docMk/>
          <pc:sldMk cId="2452774335" sldId="503"/>
        </pc:sldMkLst>
        <pc:spChg chg="mod">
          <ac:chgData name="SHANIA PRICCILIA" userId="28f68feb-2ad7-4195-8423-6eee3405c604" providerId="ADAL" clId="{3D99DFC9-28DD-4C8F-B4DF-BEC5F4315C0E}" dt="2025-06-26T10:28:55.034" v="1295" actId="20577"/>
          <ac:spMkLst>
            <pc:docMk/>
            <pc:sldMk cId="2452774335" sldId="503"/>
            <ac:spMk id="2" creationId="{4A3299C5-4551-C570-79D7-602C1D2ADB88}"/>
          </ac:spMkLst>
        </pc:spChg>
        <pc:spChg chg="mod">
          <ac:chgData name="SHANIA PRICCILIA" userId="28f68feb-2ad7-4195-8423-6eee3405c604" providerId="ADAL" clId="{3D99DFC9-28DD-4C8F-B4DF-BEC5F4315C0E}" dt="2025-06-26T10:35:50.527" v="1384" actId="20577"/>
          <ac:spMkLst>
            <pc:docMk/>
            <pc:sldMk cId="2452774335" sldId="503"/>
            <ac:spMk id="4" creationId="{0B530AC4-A338-9880-08ED-88435AC46EA4}"/>
          </ac:spMkLst>
        </pc:spChg>
        <pc:spChg chg="mod">
          <ac:chgData name="SHANIA PRICCILIA" userId="28f68feb-2ad7-4195-8423-6eee3405c604" providerId="ADAL" clId="{3D99DFC9-28DD-4C8F-B4DF-BEC5F4315C0E}" dt="2025-06-26T10:29:00.038" v="1306" actId="20577"/>
          <ac:spMkLst>
            <pc:docMk/>
            <pc:sldMk cId="2452774335" sldId="503"/>
            <ac:spMk id="7" creationId="{8D137335-5B66-EF18-7BB8-34CBCBE2B42E}"/>
          </ac:spMkLst>
        </pc:spChg>
        <pc:picChg chg="add mod">
          <ac:chgData name="SHANIA PRICCILIA" userId="28f68feb-2ad7-4195-8423-6eee3405c604" providerId="ADAL" clId="{3D99DFC9-28DD-4C8F-B4DF-BEC5F4315C0E}" dt="2025-06-26T10:36:08.932" v="1385" actId="14100"/>
          <ac:picMkLst>
            <pc:docMk/>
            <pc:sldMk cId="2452774335" sldId="503"/>
            <ac:picMk id="44" creationId="{A472200A-CD87-9966-1086-880BDDAAB25D}"/>
          </ac:picMkLst>
        </pc:picChg>
      </pc:sldChg>
      <pc:sldChg chg="addSp delSp modSp add mod">
        <pc:chgData name="SHANIA PRICCILIA" userId="28f68feb-2ad7-4195-8423-6eee3405c604" providerId="ADAL" clId="{3D99DFC9-28DD-4C8F-B4DF-BEC5F4315C0E}" dt="2025-06-26T11:01:33.962" v="1490" actId="20577"/>
        <pc:sldMkLst>
          <pc:docMk/>
          <pc:sldMk cId="4108013979" sldId="504"/>
        </pc:sldMkLst>
        <pc:spChg chg="mod">
          <ac:chgData name="SHANIA PRICCILIA" userId="28f68feb-2ad7-4195-8423-6eee3405c604" providerId="ADAL" clId="{3D99DFC9-28DD-4C8F-B4DF-BEC5F4315C0E}" dt="2025-06-26T11:01:33.962" v="1490" actId="20577"/>
          <ac:spMkLst>
            <pc:docMk/>
            <pc:sldMk cId="4108013979" sldId="504"/>
            <ac:spMk id="4" creationId="{5C3B915F-93DB-0D76-5F55-CCF1A781431C}"/>
          </ac:spMkLst>
        </pc:spChg>
      </pc:sldChg>
    </pc:docChg>
  </pc:docChgLst>
  <pc:docChgLst>
    <pc:chgData name="Shania Priccilia" userId="S::shania.priccilia@binus.edu::c4dd4a50-8335-4e39-a119-dc5e413d78e9" providerId="AD" clId="Web-{2E384546-F8B2-E9EB-74A6-F8A2B9D90A02}"/>
    <pc:docChg chg="modSld">
      <pc:chgData name="Shania Priccilia" userId="S::shania.priccilia@binus.edu::c4dd4a50-8335-4e39-a119-dc5e413d78e9" providerId="AD" clId="Web-{2E384546-F8B2-E9EB-74A6-F8A2B9D90A02}" dt="2025-06-27T13:47:31.631" v="1"/>
      <pc:docMkLst>
        <pc:docMk/>
      </pc:docMkLst>
      <pc:sldChg chg="addSp delSp modSp">
        <pc:chgData name="Shania Priccilia" userId="S::shania.priccilia@binus.edu::c4dd4a50-8335-4e39-a119-dc5e413d78e9" providerId="AD" clId="Web-{2E384546-F8B2-E9EB-74A6-F8A2B9D90A02}" dt="2025-06-27T13:47:27.569" v="0"/>
        <pc:sldMkLst>
          <pc:docMk/>
          <pc:sldMk cId="1968907909" sldId="258"/>
        </pc:sldMkLst>
        <pc:spChg chg="del">
          <ac:chgData name="Shania Priccilia" userId="S::shania.priccilia@binus.edu::c4dd4a50-8335-4e39-a119-dc5e413d78e9" providerId="AD" clId="Web-{2E384546-F8B2-E9EB-74A6-F8A2B9D90A02}" dt="2025-06-27T13:47:27.569" v="0"/>
          <ac:spMkLst>
            <pc:docMk/>
            <pc:sldMk cId="1968907909" sldId="258"/>
            <ac:spMk id="3" creationId="{15FC02B1-FC54-7AA3-7866-74F99147264B}"/>
          </ac:spMkLst>
        </pc:spChg>
        <pc:spChg chg="add mod">
          <ac:chgData name="Shania Priccilia" userId="S::shania.priccilia@binus.edu::c4dd4a50-8335-4e39-a119-dc5e413d78e9" providerId="AD" clId="Web-{2E384546-F8B2-E9EB-74A6-F8A2B9D90A02}" dt="2025-06-27T13:47:27.569" v="0"/>
          <ac:spMkLst>
            <pc:docMk/>
            <pc:sldMk cId="1968907909" sldId="258"/>
            <ac:spMk id="6" creationId="{B790B16C-9167-1C05-8C59-E5E94FC28443}"/>
          </ac:spMkLst>
        </pc:spChg>
      </pc:sldChg>
      <pc:sldChg chg="addSp delSp modSp">
        <pc:chgData name="Shania Priccilia" userId="S::shania.priccilia@binus.edu::c4dd4a50-8335-4e39-a119-dc5e413d78e9" providerId="AD" clId="Web-{2E384546-F8B2-E9EB-74A6-F8A2B9D90A02}" dt="2025-06-27T13:47:31.631" v="1"/>
        <pc:sldMkLst>
          <pc:docMk/>
          <pc:sldMk cId="4105662268" sldId="259"/>
        </pc:sldMkLst>
        <pc:spChg chg="del">
          <ac:chgData name="Shania Priccilia" userId="S::shania.priccilia@binus.edu::c4dd4a50-8335-4e39-a119-dc5e413d78e9" providerId="AD" clId="Web-{2E384546-F8B2-E9EB-74A6-F8A2B9D90A02}" dt="2025-06-27T13:47:31.631" v="1"/>
          <ac:spMkLst>
            <pc:docMk/>
            <pc:sldMk cId="4105662268" sldId="259"/>
            <ac:spMk id="3" creationId="{2F63D14B-FD76-D22A-48FE-7092D41FE3E9}"/>
          </ac:spMkLst>
        </pc:spChg>
        <pc:spChg chg="add mod">
          <ac:chgData name="Shania Priccilia" userId="S::shania.priccilia@binus.edu::c4dd4a50-8335-4e39-a119-dc5e413d78e9" providerId="AD" clId="Web-{2E384546-F8B2-E9EB-74A6-F8A2B9D90A02}" dt="2025-06-27T13:47:31.631" v="1"/>
          <ac:spMkLst>
            <pc:docMk/>
            <pc:sldMk cId="4105662268" sldId="259"/>
            <ac:spMk id="6" creationId="{A4010FCC-CDEE-48C9-2365-E7D1D9F25408}"/>
          </ac:spMkLst>
        </pc:spChg>
      </pc:sldChg>
    </pc:docChg>
  </pc:docChgLst>
  <pc:docChgLst>
    <pc:chgData name="Shania Priccilia" userId="c4dd4a50-8335-4e39-a119-dc5e413d78e9" providerId="ADAL" clId="{3D722FEF-9199-C348-8ED7-A0275CD83339}"/>
    <pc:docChg chg="custSel modSld sldOrd">
      <pc:chgData name="Shania Priccilia" userId="c4dd4a50-8335-4e39-a119-dc5e413d78e9" providerId="ADAL" clId="{3D722FEF-9199-C348-8ED7-A0275CD83339}" dt="2025-06-28T01:28:52.600" v="111" actId="14100"/>
      <pc:docMkLst>
        <pc:docMk/>
      </pc:docMkLst>
      <pc:sldChg chg="addSp delSp modSp mod">
        <pc:chgData name="Shania Priccilia" userId="c4dd4a50-8335-4e39-a119-dc5e413d78e9" providerId="ADAL" clId="{3D722FEF-9199-C348-8ED7-A0275CD83339}" dt="2025-06-28T00:27:08.327" v="28" actId="20577"/>
        <pc:sldMkLst>
          <pc:docMk/>
          <pc:sldMk cId="3807564589" sldId="256"/>
        </pc:sldMkLst>
        <pc:spChg chg="del">
          <ac:chgData name="Shania Priccilia" userId="c4dd4a50-8335-4e39-a119-dc5e413d78e9" providerId="ADAL" clId="{3D722FEF-9199-C348-8ED7-A0275CD83339}" dt="2025-06-28T00:26:55.344" v="0" actId="478"/>
          <ac:spMkLst>
            <pc:docMk/>
            <pc:sldMk cId="3807564589" sldId="256"/>
            <ac:spMk id="2" creationId="{50F9371B-F92F-AED8-457A-F4BAE6779B8C}"/>
          </ac:spMkLst>
        </pc:spChg>
        <pc:spChg chg="add mod">
          <ac:chgData name="Shania Priccilia" userId="c4dd4a50-8335-4e39-a119-dc5e413d78e9" providerId="ADAL" clId="{3D722FEF-9199-C348-8ED7-A0275CD83339}" dt="2025-06-28T00:27:08.327" v="28" actId="20577"/>
          <ac:spMkLst>
            <pc:docMk/>
            <pc:sldMk cId="3807564589" sldId="256"/>
            <ac:spMk id="6" creationId="{7314B785-B089-749F-315C-13FE74016A8E}"/>
          </ac:spMkLst>
        </pc:spChg>
      </pc:sldChg>
      <pc:sldChg chg="modSp mod">
        <pc:chgData name="Shania Priccilia" userId="c4dd4a50-8335-4e39-a119-dc5e413d78e9" providerId="ADAL" clId="{3D722FEF-9199-C348-8ED7-A0275CD83339}" dt="2025-06-28T00:42:12.469" v="98" actId="20577"/>
        <pc:sldMkLst>
          <pc:docMk/>
          <pc:sldMk cId="852008808" sldId="262"/>
        </pc:sldMkLst>
        <pc:spChg chg="mod">
          <ac:chgData name="Shania Priccilia" userId="c4dd4a50-8335-4e39-a119-dc5e413d78e9" providerId="ADAL" clId="{3D722FEF-9199-C348-8ED7-A0275CD83339}" dt="2025-06-28T00:42:12.469" v="98" actId="20577"/>
          <ac:spMkLst>
            <pc:docMk/>
            <pc:sldMk cId="852008808" sldId="262"/>
            <ac:spMk id="4" creationId="{A658487A-CC6E-01E0-FD53-981205337ECB}"/>
          </ac:spMkLst>
        </pc:spChg>
      </pc:sldChg>
      <pc:sldChg chg="addSp delSp modSp mod">
        <pc:chgData name="Shania Priccilia" userId="c4dd4a50-8335-4e39-a119-dc5e413d78e9" providerId="ADAL" clId="{3D722FEF-9199-C348-8ED7-A0275CD83339}" dt="2025-06-28T00:39:28.612" v="38" actId="1076"/>
        <pc:sldMkLst>
          <pc:docMk/>
          <pc:sldMk cId="4139922910" sldId="477"/>
        </pc:sldMkLst>
        <pc:picChg chg="add mod">
          <ac:chgData name="Shania Priccilia" userId="c4dd4a50-8335-4e39-a119-dc5e413d78e9" providerId="ADAL" clId="{3D722FEF-9199-C348-8ED7-A0275CD83339}" dt="2025-06-28T00:38:24.696" v="33" actId="14100"/>
          <ac:picMkLst>
            <pc:docMk/>
            <pc:sldMk cId="4139922910" sldId="477"/>
            <ac:picMk id="3" creationId="{651FA5CA-E798-73EA-51CF-636BD269F472}"/>
          </ac:picMkLst>
        </pc:picChg>
        <pc:picChg chg="add mod">
          <ac:chgData name="Shania Priccilia" userId="c4dd4a50-8335-4e39-a119-dc5e413d78e9" providerId="ADAL" clId="{3D722FEF-9199-C348-8ED7-A0275CD83339}" dt="2025-06-28T00:39:28.612" v="38" actId="1076"/>
          <ac:picMkLst>
            <pc:docMk/>
            <pc:sldMk cId="4139922910" sldId="477"/>
            <ac:picMk id="5" creationId="{9CDD816C-1592-EF8F-71F6-2DC29F7D93BB}"/>
          </ac:picMkLst>
        </pc:picChg>
        <pc:picChg chg="del">
          <ac:chgData name="Shania Priccilia" userId="c4dd4a50-8335-4e39-a119-dc5e413d78e9" providerId="ADAL" clId="{3D722FEF-9199-C348-8ED7-A0275CD83339}" dt="2025-06-28T00:38:01.373" v="29" actId="478"/>
          <ac:picMkLst>
            <pc:docMk/>
            <pc:sldMk cId="4139922910" sldId="477"/>
            <ac:picMk id="14" creationId="{D674F298-021F-809C-2D76-3ED9A587FC91}"/>
          </ac:picMkLst>
        </pc:picChg>
        <pc:picChg chg="del">
          <ac:chgData name="Shania Priccilia" userId="c4dd4a50-8335-4e39-a119-dc5e413d78e9" providerId="ADAL" clId="{3D722FEF-9199-C348-8ED7-A0275CD83339}" dt="2025-06-28T00:39:11.709" v="34" actId="478"/>
          <ac:picMkLst>
            <pc:docMk/>
            <pc:sldMk cId="4139922910" sldId="477"/>
            <ac:picMk id="21" creationId="{7E9AA763-A08D-66DE-1366-E209D9F13012}"/>
          </ac:picMkLst>
        </pc:picChg>
      </pc:sldChg>
      <pc:sldChg chg="addSp delSp modSp mod">
        <pc:chgData name="Shania Priccilia" userId="c4dd4a50-8335-4e39-a119-dc5e413d78e9" providerId="ADAL" clId="{3D722FEF-9199-C348-8ED7-A0275CD83339}" dt="2025-06-28T00:52:21.750" v="102" actId="14100"/>
        <pc:sldMkLst>
          <pc:docMk/>
          <pc:sldMk cId="1379032902" sldId="480"/>
        </pc:sldMkLst>
        <pc:picChg chg="add mod">
          <ac:chgData name="Shania Priccilia" userId="c4dd4a50-8335-4e39-a119-dc5e413d78e9" providerId="ADAL" clId="{3D722FEF-9199-C348-8ED7-A0275CD83339}" dt="2025-06-28T00:52:21.750" v="102" actId="14100"/>
          <ac:picMkLst>
            <pc:docMk/>
            <pc:sldMk cId="1379032902" sldId="480"/>
            <ac:picMk id="3" creationId="{F09B9B90-C806-5EF3-B8A0-7B3CCD7054EE}"/>
          </ac:picMkLst>
        </pc:picChg>
        <pc:picChg chg="del">
          <ac:chgData name="Shania Priccilia" userId="c4dd4a50-8335-4e39-a119-dc5e413d78e9" providerId="ADAL" clId="{3D722FEF-9199-C348-8ED7-A0275CD83339}" dt="2025-06-28T00:52:08.105" v="99" actId="478"/>
          <ac:picMkLst>
            <pc:docMk/>
            <pc:sldMk cId="1379032902" sldId="480"/>
            <ac:picMk id="11" creationId="{6130604B-EE45-EC3F-6E40-40C5C3F3CA6E}"/>
          </ac:picMkLst>
        </pc:picChg>
      </pc:sldChg>
      <pc:sldChg chg="addSp delSp modSp mod">
        <pc:chgData name="Shania Priccilia" userId="c4dd4a50-8335-4e39-a119-dc5e413d78e9" providerId="ADAL" clId="{3D722FEF-9199-C348-8ED7-A0275CD83339}" dt="2025-06-28T01:28:52.600" v="111" actId="14100"/>
        <pc:sldMkLst>
          <pc:docMk/>
          <pc:sldMk cId="2948284769" sldId="493"/>
        </pc:sldMkLst>
        <pc:picChg chg="del">
          <ac:chgData name="Shania Priccilia" userId="c4dd4a50-8335-4e39-a119-dc5e413d78e9" providerId="ADAL" clId="{3D722FEF-9199-C348-8ED7-A0275CD83339}" dt="2025-06-28T01:28:43.089" v="108" actId="478"/>
          <ac:picMkLst>
            <pc:docMk/>
            <pc:sldMk cId="2948284769" sldId="493"/>
            <ac:picMk id="4" creationId="{CF51F0E2-71B3-1496-B497-F5D0CBC60C2F}"/>
          </ac:picMkLst>
        </pc:picChg>
        <pc:picChg chg="add mod">
          <ac:chgData name="Shania Priccilia" userId="c4dd4a50-8335-4e39-a119-dc5e413d78e9" providerId="ADAL" clId="{3D722FEF-9199-C348-8ED7-A0275CD83339}" dt="2025-06-28T01:28:52.600" v="111" actId="14100"/>
          <ac:picMkLst>
            <pc:docMk/>
            <pc:sldMk cId="2948284769" sldId="493"/>
            <ac:picMk id="6" creationId="{A345D664-A2A9-7FF7-6959-0EF9D928878E}"/>
          </ac:picMkLst>
        </pc:picChg>
      </pc:sldChg>
      <pc:sldChg chg="addSp delSp modSp mod">
        <pc:chgData name="Shania Priccilia" userId="c4dd4a50-8335-4e39-a119-dc5e413d78e9" providerId="ADAL" clId="{3D722FEF-9199-C348-8ED7-A0275CD83339}" dt="2025-06-28T01:28:06.050" v="107" actId="14100"/>
        <pc:sldMkLst>
          <pc:docMk/>
          <pc:sldMk cId="3410172914" sldId="495"/>
        </pc:sldMkLst>
        <pc:picChg chg="del">
          <ac:chgData name="Shania Priccilia" userId="c4dd4a50-8335-4e39-a119-dc5e413d78e9" providerId="ADAL" clId="{3D722FEF-9199-C348-8ED7-A0275CD83339}" dt="2025-06-28T01:27:55.914" v="104" actId="478"/>
          <ac:picMkLst>
            <pc:docMk/>
            <pc:sldMk cId="3410172914" sldId="495"/>
            <ac:picMk id="4" creationId="{B4DC9FC5-A61D-F58F-E300-3C8949E68755}"/>
          </ac:picMkLst>
        </pc:picChg>
        <pc:picChg chg="add mod">
          <ac:chgData name="Shania Priccilia" userId="c4dd4a50-8335-4e39-a119-dc5e413d78e9" providerId="ADAL" clId="{3D722FEF-9199-C348-8ED7-A0275CD83339}" dt="2025-06-28T01:28:06.050" v="107" actId="14100"/>
          <ac:picMkLst>
            <pc:docMk/>
            <pc:sldMk cId="3410172914" sldId="495"/>
            <ac:picMk id="6" creationId="{A32F1062-6236-ADF0-370F-2838AE5AECDB}"/>
          </ac:picMkLst>
        </pc:picChg>
      </pc:sldChg>
      <pc:sldChg chg="ord">
        <pc:chgData name="Shania Priccilia" userId="c4dd4a50-8335-4e39-a119-dc5e413d78e9" providerId="ADAL" clId="{3D722FEF-9199-C348-8ED7-A0275CD83339}" dt="2025-06-28T01:26:43.136" v="103" actId="20578"/>
        <pc:sldMkLst>
          <pc:docMk/>
          <pc:sldMk cId="2452774335" sldId="503"/>
        </pc:sldMkLst>
      </pc:sldChg>
    </pc:docChg>
  </pc:docChgLst>
  <pc:docChgLst>
    <pc:chgData name="Shania Priccilia" userId="c4dd4a50-8335-4e39-a119-dc5e413d78e9" providerId="ADAL" clId="{6659F2CF-765B-0246-A6F1-E1509BFA6411}"/>
    <pc:docChg chg="undo custSel addSld modSld">
      <pc:chgData name="Shania Priccilia" userId="c4dd4a50-8335-4e39-a119-dc5e413d78e9" providerId="ADAL" clId="{6659F2CF-765B-0246-A6F1-E1509BFA6411}" dt="2025-06-18T10:00:55.151" v="352" actId="20577"/>
      <pc:docMkLst>
        <pc:docMk/>
      </pc:docMkLst>
      <pc:sldChg chg="modSp mod">
        <pc:chgData name="Shania Priccilia" userId="c4dd4a50-8335-4e39-a119-dc5e413d78e9" providerId="ADAL" clId="{6659F2CF-765B-0246-A6F1-E1509BFA6411}" dt="2025-06-18T09:14:18.774" v="57" actId="20577"/>
        <pc:sldMkLst>
          <pc:docMk/>
          <pc:sldMk cId="3807564589" sldId="256"/>
        </pc:sldMkLst>
        <pc:spChg chg="mod">
          <ac:chgData name="Shania Priccilia" userId="c4dd4a50-8335-4e39-a119-dc5e413d78e9" providerId="ADAL" clId="{6659F2CF-765B-0246-A6F1-E1509BFA6411}" dt="2025-06-18T09:14:18.774" v="57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addSp delSp modSp mod">
        <pc:chgData name="Shania Priccilia" userId="c4dd4a50-8335-4e39-a119-dc5e413d78e9" providerId="ADAL" clId="{6659F2CF-765B-0246-A6F1-E1509BFA6411}" dt="2025-06-18T09:25:19.187" v="60"/>
        <pc:sldMkLst>
          <pc:docMk/>
          <pc:sldMk cId="1968907909" sldId="258"/>
        </pc:sldMkLst>
        <pc:spChg chg="mod">
          <ac:chgData name="Shania Priccilia" userId="c4dd4a50-8335-4e39-a119-dc5e413d78e9" providerId="ADAL" clId="{6659F2CF-765B-0246-A6F1-E1509BFA6411}" dt="2025-06-18T09:25:19.187" v="60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Shania Priccilia" userId="c4dd4a50-8335-4e39-a119-dc5e413d78e9" providerId="ADAL" clId="{6659F2CF-765B-0246-A6F1-E1509BFA6411}" dt="2025-06-18T09:26:00.120" v="77" actId="20577"/>
        <pc:sldMkLst>
          <pc:docMk/>
          <pc:sldMk cId="4105662268" sldId="259"/>
        </pc:sldMkLst>
        <pc:spChg chg="mod">
          <ac:chgData name="Shania Priccilia" userId="c4dd4a50-8335-4e39-a119-dc5e413d78e9" providerId="ADAL" clId="{6659F2CF-765B-0246-A6F1-E1509BFA6411}" dt="2025-06-18T09:25:54.139" v="75" actId="20577"/>
          <ac:spMkLst>
            <pc:docMk/>
            <pc:sldMk cId="4105662268" sldId="259"/>
            <ac:spMk id="4" creationId="{F37B5071-5AEC-07E9-E361-22C4629DB39D}"/>
          </ac:spMkLst>
        </pc:spChg>
      </pc:sldChg>
      <pc:sldChg chg="modSp mod">
        <pc:chgData name="Shania Priccilia" userId="c4dd4a50-8335-4e39-a119-dc5e413d78e9" providerId="ADAL" clId="{6659F2CF-765B-0246-A6F1-E1509BFA6411}" dt="2025-06-18T09:49:04.350" v="228" actId="20577"/>
        <pc:sldMkLst>
          <pc:docMk/>
          <pc:sldMk cId="852008808" sldId="262"/>
        </pc:sldMkLst>
        <pc:spChg chg="mod">
          <ac:chgData name="Shania Priccilia" userId="c4dd4a50-8335-4e39-a119-dc5e413d78e9" providerId="ADAL" clId="{6659F2CF-765B-0246-A6F1-E1509BFA6411}" dt="2025-06-18T09:37:15.178" v="78"/>
          <ac:spMkLst>
            <pc:docMk/>
            <pc:sldMk cId="852008808" sldId="262"/>
            <ac:spMk id="2" creationId="{B5ED9BEF-9542-7100-1D62-738DD1E8400C}"/>
          </ac:spMkLst>
        </pc:spChg>
        <pc:spChg chg="mod">
          <ac:chgData name="Shania Priccilia" userId="c4dd4a50-8335-4e39-a119-dc5e413d78e9" providerId="ADAL" clId="{6659F2CF-765B-0246-A6F1-E1509BFA6411}" dt="2025-06-18T09:48:51.167" v="221" actId="12"/>
          <ac:spMkLst>
            <pc:docMk/>
            <pc:sldMk cId="852008808" sldId="262"/>
            <ac:spMk id="4" creationId="{A658487A-CC6E-01E0-FD53-981205337ECB}"/>
          </ac:spMkLst>
        </pc:spChg>
        <pc:spChg chg="mod">
          <ac:chgData name="Shania Priccilia" userId="c4dd4a50-8335-4e39-a119-dc5e413d78e9" providerId="ADAL" clId="{6659F2CF-765B-0246-A6F1-E1509BFA6411}" dt="2025-06-18T09:49:04.350" v="228" actId="20577"/>
          <ac:spMkLst>
            <pc:docMk/>
            <pc:sldMk cId="852008808" sldId="262"/>
            <ac:spMk id="7" creationId="{448E4B81-164B-90D1-DD7A-0603DE273246}"/>
          </ac:spMkLst>
        </pc:spChg>
      </pc:sldChg>
      <pc:sldChg chg="addSp delSp modSp mod">
        <pc:chgData name="Shania Priccilia" userId="c4dd4a50-8335-4e39-a119-dc5e413d78e9" providerId="ADAL" clId="{6659F2CF-765B-0246-A6F1-E1509BFA6411}" dt="2025-06-18T10:00:55.151" v="352" actId="20577"/>
        <pc:sldMkLst>
          <pc:docMk/>
          <pc:sldMk cId="3221571069" sldId="395"/>
        </pc:sldMkLst>
      </pc:sldChg>
      <pc:sldChg chg="addSp modSp add mod">
        <pc:chgData name="Shania Priccilia" userId="c4dd4a50-8335-4e39-a119-dc5e413d78e9" providerId="ADAL" clId="{6659F2CF-765B-0246-A6F1-E1509BFA6411}" dt="2025-06-18T09:56:57.522" v="298" actId="1076"/>
        <pc:sldMkLst>
          <pc:docMk/>
          <pc:sldMk cId="3690344931" sldId="437"/>
        </pc:sldMkLst>
      </pc:sldChg>
    </pc:docChg>
  </pc:docChgLst>
  <pc:docChgLst>
    <pc:chgData name="Shania Priccilia" userId="c4dd4a50-8335-4e39-a119-dc5e413d78e9" providerId="ADAL" clId="{71BC523A-E653-0149-9FBF-601FC2B7BB78}"/>
    <pc:docChg chg="undo redo custSel addSld delSld modSld sldOrd">
      <pc:chgData name="Shania Priccilia" userId="c4dd4a50-8335-4e39-a119-dc5e413d78e9" providerId="ADAL" clId="{71BC523A-E653-0149-9FBF-601FC2B7BB78}" dt="2025-06-08T18:10:38.604" v="1392" actId="2890"/>
      <pc:docMkLst>
        <pc:docMk/>
      </pc:docMkLst>
      <pc:sldChg chg="modSp mod">
        <pc:chgData name="Shania Priccilia" userId="c4dd4a50-8335-4e39-a119-dc5e413d78e9" providerId="ADAL" clId="{71BC523A-E653-0149-9FBF-601FC2B7BB78}" dt="2025-06-08T09:19:16.236" v="9" actId="20577"/>
        <pc:sldMkLst>
          <pc:docMk/>
          <pc:sldMk cId="3807564589" sldId="256"/>
        </pc:sldMkLst>
        <pc:spChg chg="mod">
          <ac:chgData name="Shania Priccilia" userId="c4dd4a50-8335-4e39-a119-dc5e413d78e9" providerId="ADAL" clId="{71BC523A-E653-0149-9FBF-601FC2B7BB78}" dt="2025-06-08T09:16:19.234" v="0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hania Priccilia" userId="c4dd4a50-8335-4e39-a119-dc5e413d78e9" providerId="ADAL" clId="{71BC523A-E653-0149-9FBF-601FC2B7BB78}" dt="2025-06-08T09:20:19.574" v="21" actId="5793"/>
        <pc:sldMkLst>
          <pc:docMk/>
          <pc:sldMk cId="1968907909" sldId="258"/>
        </pc:sldMkLst>
        <pc:spChg chg="mod">
          <ac:chgData name="Shania Priccilia" userId="c4dd4a50-8335-4e39-a119-dc5e413d78e9" providerId="ADAL" clId="{71BC523A-E653-0149-9FBF-601FC2B7BB78}" dt="2025-06-08T09:20:19.574" v="21" actId="5793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Shania Priccilia" userId="c4dd4a50-8335-4e39-a119-dc5e413d78e9" providerId="ADAL" clId="{71BC523A-E653-0149-9FBF-601FC2B7BB78}" dt="2025-06-08T17:55:13.042" v="1219" actId="20577"/>
        <pc:sldMkLst>
          <pc:docMk/>
          <pc:sldMk cId="4105662268" sldId="259"/>
        </pc:sldMkLst>
        <pc:spChg chg="mod">
          <ac:chgData name="Shania Priccilia" userId="c4dd4a50-8335-4e39-a119-dc5e413d78e9" providerId="ADAL" clId="{71BC523A-E653-0149-9FBF-601FC2B7BB78}" dt="2025-06-08T17:55:13.042" v="1219" actId="20577"/>
          <ac:spMkLst>
            <pc:docMk/>
            <pc:sldMk cId="4105662268" sldId="259"/>
            <ac:spMk id="4" creationId="{F37B5071-5AEC-07E9-E361-22C4629DB39D}"/>
          </ac:spMkLst>
        </pc:spChg>
      </pc:sldChg>
      <pc:sldChg chg="addSp modSp mod">
        <pc:chgData name="Shania Priccilia" userId="c4dd4a50-8335-4e39-a119-dc5e413d78e9" providerId="ADAL" clId="{71BC523A-E653-0149-9FBF-601FC2B7BB78}" dt="2025-06-08T09:33:03.900" v="84" actId="1076"/>
        <pc:sldMkLst>
          <pc:docMk/>
          <pc:sldMk cId="852008808" sldId="262"/>
        </pc:sldMkLst>
        <pc:spChg chg="mod">
          <ac:chgData name="Shania Priccilia" userId="c4dd4a50-8335-4e39-a119-dc5e413d78e9" providerId="ADAL" clId="{71BC523A-E653-0149-9FBF-601FC2B7BB78}" dt="2025-06-08T09:23:37.827" v="44"/>
          <ac:spMkLst>
            <pc:docMk/>
            <pc:sldMk cId="852008808" sldId="262"/>
            <ac:spMk id="2" creationId="{B5ED9BEF-9542-7100-1D62-738DD1E8400C}"/>
          </ac:spMkLst>
        </pc:spChg>
        <pc:spChg chg="mod">
          <ac:chgData name="Shania Priccilia" userId="c4dd4a50-8335-4e39-a119-dc5e413d78e9" providerId="ADAL" clId="{71BC523A-E653-0149-9FBF-601FC2B7BB78}" dt="2025-06-08T09:32:52.270" v="82" actId="14100"/>
          <ac:spMkLst>
            <pc:docMk/>
            <pc:sldMk cId="852008808" sldId="262"/>
            <ac:spMk id="4" creationId="{A658487A-CC6E-01E0-FD53-981205337ECB}"/>
          </ac:spMkLst>
        </pc:spChg>
      </pc:sldChg>
      <pc:sldChg chg="addSp delSp modSp mod">
        <pc:chgData name="Shania Priccilia" userId="c4dd4a50-8335-4e39-a119-dc5e413d78e9" providerId="ADAL" clId="{71BC523A-E653-0149-9FBF-601FC2B7BB78}" dt="2025-06-08T10:26:49.125" v="313" actId="208"/>
        <pc:sldMkLst>
          <pc:docMk/>
          <pc:sldMk cId="1571411344" sldId="308"/>
        </pc:sldMkLst>
      </pc:sldChg>
      <pc:sldChg chg="addSp delSp modSp mod">
        <pc:chgData name="Shania Priccilia" userId="c4dd4a50-8335-4e39-a119-dc5e413d78e9" providerId="ADAL" clId="{71BC523A-E653-0149-9FBF-601FC2B7BB78}" dt="2025-06-08T10:42:52.900" v="391" actId="5793"/>
        <pc:sldMkLst>
          <pc:docMk/>
          <pc:sldMk cId="1288168657" sldId="349"/>
        </pc:sldMkLst>
      </pc:sldChg>
      <pc:sldChg chg="addSp delSp modSp mod">
        <pc:chgData name="Shania Priccilia" userId="c4dd4a50-8335-4e39-a119-dc5e413d78e9" providerId="ADAL" clId="{71BC523A-E653-0149-9FBF-601FC2B7BB78}" dt="2025-06-08T15:46:06.621" v="568" actId="5793"/>
        <pc:sldMkLst>
          <pc:docMk/>
          <pc:sldMk cId="683118197" sldId="352"/>
        </pc:sldMkLst>
      </pc:sldChg>
      <pc:sldChg chg="addSp delSp modSp mod modClrScheme chgLayout">
        <pc:chgData name="Shania Priccilia" userId="c4dd4a50-8335-4e39-a119-dc5e413d78e9" providerId="ADAL" clId="{71BC523A-E653-0149-9FBF-601FC2B7BB78}" dt="2025-06-08T15:57:34.014" v="640" actId="1076"/>
        <pc:sldMkLst>
          <pc:docMk/>
          <pc:sldMk cId="164903481" sldId="365"/>
        </pc:sldMkLst>
      </pc:sldChg>
      <pc:sldChg chg="modSp mod">
        <pc:chgData name="Shania Priccilia" userId="c4dd4a50-8335-4e39-a119-dc5e413d78e9" providerId="ADAL" clId="{71BC523A-E653-0149-9FBF-601FC2B7BB78}" dt="2025-06-08T17:06:34.949" v="921" actId="113"/>
        <pc:sldMkLst>
          <pc:docMk/>
          <pc:sldMk cId="1716095985" sldId="366"/>
        </pc:sldMkLst>
      </pc:sldChg>
      <pc:sldChg chg="addSp delSp modSp mod">
        <pc:chgData name="Shania Priccilia" userId="c4dd4a50-8335-4e39-a119-dc5e413d78e9" providerId="ADAL" clId="{71BC523A-E653-0149-9FBF-601FC2B7BB78}" dt="2025-06-08T17:16:00.520" v="972"/>
        <pc:sldMkLst>
          <pc:docMk/>
          <pc:sldMk cId="390168046" sldId="367"/>
        </pc:sldMkLst>
      </pc:sldChg>
      <pc:sldChg chg="delSp modSp mod">
        <pc:chgData name="Shania Priccilia" userId="c4dd4a50-8335-4e39-a119-dc5e413d78e9" providerId="ADAL" clId="{71BC523A-E653-0149-9FBF-601FC2B7BB78}" dt="2025-06-08T18:03:20.030" v="1336" actId="20577"/>
        <pc:sldMkLst>
          <pc:docMk/>
          <pc:sldMk cId="3700504154" sldId="368"/>
        </pc:sldMkLst>
      </pc:sldChg>
      <pc:sldChg chg="delSp modSp add mod">
        <pc:chgData name="Shania Priccilia" userId="c4dd4a50-8335-4e39-a119-dc5e413d78e9" providerId="ADAL" clId="{71BC523A-E653-0149-9FBF-601FC2B7BB78}" dt="2025-06-08T09:36:27.091" v="132" actId="20577"/>
        <pc:sldMkLst>
          <pc:docMk/>
          <pc:sldMk cId="3221571069" sldId="395"/>
        </pc:sldMkLst>
      </pc:sldChg>
      <pc:sldChg chg="modSp add mod">
        <pc:chgData name="Shania Priccilia" userId="c4dd4a50-8335-4e39-a119-dc5e413d78e9" providerId="ADAL" clId="{71BC523A-E653-0149-9FBF-601FC2B7BB78}" dt="2025-06-08T09:40:03.220" v="159" actId="20577"/>
        <pc:sldMkLst>
          <pc:docMk/>
          <pc:sldMk cId="409205538" sldId="396"/>
        </pc:sldMkLst>
      </pc:sldChg>
      <pc:sldChg chg="delSp modSp add mod ord">
        <pc:chgData name="Shania Priccilia" userId="c4dd4a50-8335-4e39-a119-dc5e413d78e9" providerId="ADAL" clId="{71BC523A-E653-0149-9FBF-601FC2B7BB78}" dt="2025-06-08T09:58:55.724" v="246" actId="20577"/>
        <pc:sldMkLst>
          <pc:docMk/>
          <pc:sldMk cId="3443013050" sldId="397"/>
        </pc:sldMkLst>
      </pc:sldChg>
      <pc:sldChg chg="add del">
        <pc:chgData name="Shania Priccilia" userId="c4dd4a50-8335-4e39-a119-dc5e413d78e9" providerId="ADAL" clId="{71BC523A-E653-0149-9FBF-601FC2B7BB78}" dt="2025-06-08T09:46:58.516" v="161" actId="2696"/>
        <pc:sldMkLst>
          <pc:docMk/>
          <pc:sldMk cId="3889315656" sldId="397"/>
        </pc:sldMkLst>
      </pc:sldChg>
      <pc:sldChg chg="modSp add del mod">
        <pc:chgData name="Shania Priccilia" userId="c4dd4a50-8335-4e39-a119-dc5e413d78e9" providerId="ADAL" clId="{71BC523A-E653-0149-9FBF-601FC2B7BB78}" dt="2025-06-08T15:13:31.572" v="477" actId="2696"/>
        <pc:sldMkLst>
          <pc:docMk/>
          <pc:sldMk cId="2400411793" sldId="398"/>
        </pc:sldMkLst>
      </pc:sldChg>
      <pc:sldChg chg="addSp delSp modSp add mod">
        <pc:chgData name="Shania Priccilia" userId="c4dd4a50-8335-4e39-a119-dc5e413d78e9" providerId="ADAL" clId="{71BC523A-E653-0149-9FBF-601FC2B7BB78}" dt="2025-06-08T16:02:07" v="660" actId="14100"/>
        <pc:sldMkLst>
          <pc:docMk/>
          <pc:sldMk cId="3948086453" sldId="398"/>
        </pc:sldMkLst>
      </pc:sldChg>
      <pc:sldChg chg="addSp delSp modSp add mod ord">
        <pc:chgData name="Shania Priccilia" userId="c4dd4a50-8335-4e39-a119-dc5e413d78e9" providerId="ADAL" clId="{71BC523A-E653-0149-9FBF-601FC2B7BB78}" dt="2025-06-08T15:56:10.478" v="626" actId="20578"/>
        <pc:sldMkLst>
          <pc:docMk/>
          <pc:sldMk cId="696264309" sldId="399"/>
        </pc:sldMkLst>
      </pc:sldChg>
      <pc:sldChg chg="addSp delSp modSp add mod">
        <pc:chgData name="Shania Priccilia" userId="c4dd4a50-8335-4e39-a119-dc5e413d78e9" providerId="ADAL" clId="{71BC523A-E653-0149-9FBF-601FC2B7BB78}" dt="2025-06-08T16:11:18.717" v="749" actId="20577"/>
        <pc:sldMkLst>
          <pc:docMk/>
          <pc:sldMk cId="3129293315" sldId="400"/>
        </pc:sldMkLst>
      </pc:sldChg>
      <pc:sldChg chg="addSp modSp add mod">
        <pc:chgData name="Shania Priccilia" userId="c4dd4a50-8335-4e39-a119-dc5e413d78e9" providerId="ADAL" clId="{71BC523A-E653-0149-9FBF-601FC2B7BB78}" dt="2025-06-08T16:36:28.235" v="876" actId="20577"/>
        <pc:sldMkLst>
          <pc:docMk/>
          <pc:sldMk cId="593976106" sldId="401"/>
        </pc:sldMkLst>
      </pc:sldChg>
      <pc:sldChg chg="addSp delSp modSp add mod">
        <pc:chgData name="Shania Priccilia" userId="c4dd4a50-8335-4e39-a119-dc5e413d78e9" providerId="ADAL" clId="{71BC523A-E653-0149-9FBF-601FC2B7BB78}" dt="2025-06-08T16:35:48.130" v="870" actId="20577"/>
        <pc:sldMkLst>
          <pc:docMk/>
          <pc:sldMk cId="2515440498" sldId="402"/>
        </pc:sldMkLst>
      </pc:sldChg>
      <pc:sldChg chg="addSp delSp modSp add mod">
        <pc:chgData name="Shania Priccilia" userId="c4dd4a50-8335-4e39-a119-dc5e413d78e9" providerId="ADAL" clId="{71BC523A-E653-0149-9FBF-601FC2B7BB78}" dt="2025-06-08T16:59:47.280" v="883" actId="14100"/>
        <pc:sldMkLst>
          <pc:docMk/>
          <pc:sldMk cId="4273590214" sldId="403"/>
        </pc:sldMkLst>
      </pc:sldChg>
      <pc:sldChg chg="addSp delSp modSp add mod">
        <pc:chgData name="Shania Priccilia" userId="c4dd4a50-8335-4e39-a119-dc5e413d78e9" providerId="ADAL" clId="{71BC523A-E653-0149-9FBF-601FC2B7BB78}" dt="2025-06-08T17:21:08.063" v="990" actId="27636"/>
        <pc:sldMkLst>
          <pc:docMk/>
          <pc:sldMk cId="1178292027" sldId="404"/>
        </pc:sldMkLst>
      </pc:sldChg>
      <pc:sldChg chg="addSp delSp modSp add mod">
        <pc:chgData name="Shania Priccilia" userId="c4dd4a50-8335-4e39-a119-dc5e413d78e9" providerId="ADAL" clId="{71BC523A-E653-0149-9FBF-601FC2B7BB78}" dt="2025-06-08T17:34:12.370" v="1055" actId="22"/>
        <pc:sldMkLst>
          <pc:docMk/>
          <pc:sldMk cId="2390363238" sldId="405"/>
        </pc:sldMkLst>
      </pc:sldChg>
      <pc:sldChg chg="delSp modSp add mod">
        <pc:chgData name="Shania Priccilia" userId="c4dd4a50-8335-4e39-a119-dc5e413d78e9" providerId="ADAL" clId="{71BC523A-E653-0149-9FBF-601FC2B7BB78}" dt="2025-06-08T17:42:43.193" v="1120" actId="14100"/>
        <pc:sldMkLst>
          <pc:docMk/>
          <pc:sldMk cId="3263777252" sldId="406"/>
        </pc:sldMkLst>
      </pc:sldChg>
      <pc:sldChg chg="addSp delSp modSp add mod">
        <pc:chgData name="Shania Priccilia" userId="c4dd4a50-8335-4e39-a119-dc5e413d78e9" providerId="ADAL" clId="{71BC523A-E653-0149-9FBF-601FC2B7BB78}" dt="2025-06-08T17:47:30.872" v="1154" actId="2711"/>
        <pc:sldMkLst>
          <pc:docMk/>
          <pc:sldMk cId="1617631021" sldId="407"/>
        </pc:sldMkLst>
      </pc:sldChg>
      <pc:sldChg chg="addSp delSp modSp add mod">
        <pc:chgData name="Shania Priccilia" userId="c4dd4a50-8335-4e39-a119-dc5e413d78e9" providerId="ADAL" clId="{71BC523A-E653-0149-9FBF-601FC2B7BB78}" dt="2025-06-08T17:54:52.312" v="1218" actId="1076"/>
        <pc:sldMkLst>
          <pc:docMk/>
          <pc:sldMk cId="3102509994" sldId="408"/>
        </pc:sldMkLst>
      </pc:sldChg>
      <pc:sldChg chg="addSp delSp modSp add mod">
        <pc:chgData name="Shania Priccilia" userId="c4dd4a50-8335-4e39-a119-dc5e413d78e9" providerId="ADAL" clId="{71BC523A-E653-0149-9FBF-601FC2B7BB78}" dt="2025-06-08T18:09:51.556" v="1391" actId="14100"/>
        <pc:sldMkLst>
          <pc:docMk/>
          <pc:sldMk cId="3499547640" sldId="409"/>
        </pc:sldMkLst>
      </pc:sldChg>
      <pc:sldChg chg="add">
        <pc:chgData name="Shania Priccilia" userId="c4dd4a50-8335-4e39-a119-dc5e413d78e9" providerId="ADAL" clId="{71BC523A-E653-0149-9FBF-601FC2B7BB78}" dt="2025-06-08T18:10:38.604" v="1392" actId="2890"/>
        <pc:sldMkLst>
          <pc:docMk/>
          <pc:sldMk cId="3385033690" sldId="4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Presentation</a:t>
            </a:r>
            <a:r>
              <a:t> </a:t>
            </a:r>
            <a:r>
              <a:rPr lang="en-US"/>
              <a:t>Title</a:t>
            </a:r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/>
              <a:t>SUBJECT MATTER EXPERT</a:t>
            </a:r>
            <a:endParaRPr sz="28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Presentation</a:t>
            </a:r>
            <a:r>
              <a:t> </a:t>
            </a:r>
            <a:r>
              <a:rPr lang="en-ID"/>
              <a:t>Title</a:t>
            </a:r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/>
              <a:t>SUBJECT MATTER EXPERT</a:t>
            </a:r>
            <a:endParaRPr sz="28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/>
              <a:t>UNIVERSITAS</a:t>
            </a:r>
            <a:r>
              <a:rPr sz="2400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en/sorting" TargetMode="External"/><Relationship Id="rId2" Type="http://schemas.openxmlformats.org/officeDocument/2006/relationships/hyperlink" Target="http://www.youtube.com/watch?v=INHF_5RIxT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96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sorting</a:t>
            </a:r>
            <a:endParaRPr lang="en-US" sz="9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Shania Priccilia,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14B785-B089-749F-315C-13FE74016A8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Algorithm and programming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A11B-2F9E-4E40-B94A-37951AF0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94E0-5EEE-7267-580E-42F911AC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9152-5297-4504-380C-94154A8D96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At the end of this session, student will be able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latin typeface="+mj-lt"/>
                <a:cs typeface="Tahoma" pitchFamily="34" charset="0"/>
              </a:rPr>
              <a:t>LO 2: Apply syntax and functions in C language in problem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latin typeface="+mj-lt"/>
                <a:cs typeface="Tahoma" pitchFamily="34" charset="0"/>
              </a:rPr>
              <a:t>LO 3: Construct a program using C language in problem solving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latin typeface="+mj-lt"/>
                <a:cs typeface="Tahoma" pitchFamily="34" charset="0"/>
              </a:rPr>
              <a:t>LO 5: Choose the best sorting and searching algorithm in problem solving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90B16C-9167-1C05-8C59-E5E94FC28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079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9FFD-E58E-D8B4-ADED-E7895733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635E-1E02-2C02-4DC3-ACB1F722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B5071-5AEC-07E9-E361-22C4629DB3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78782" y="3801978"/>
            <a:ext cx="13714940" cy="894247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fr-FR" sz="3600" dirty="0">
                <a:latin typeface="+mj-lt"/>
              </a:rPr>
              <a:t>Bubble Sort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fr-FR" sz="3600" dirty="0" err="1">
                <a:latin typeface="+mj-lt"/>
              </a:rPr>
              <a:t>Selection</a:t>
            </a:r>
            <a:r>
              <a:rPr lang="fr-FR" sz="3600" dirty="0">
                <a:latin typeface="+mj-lt"/>
              </a:rPr>
              <a:t> Sort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fr-FR" sz="3600" dirty="0">
                <a:latin typeface="+mj-lt"/>
              </a:rPr>
              <a:t>Insertion Sort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fr-FR" sz="3600" dirty="0">
                <a:latin typeface="+mj-lt"/>
              </a:rPr>
              <a:t>Quick Sort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fr-FR" sz="3600" dirty="0">
                <a:latin typeface="+mj-lt"/>
              </a:rPr>
              <a:t>Merge Sort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fr-FR" sz="3600" dirty="0" err="1">
                <a:latin typeface="+mj-lt"/>
              </a:rPr>
              <a:t>Exercise</a:t>
            </a:r>
            <a:endParaRPr lang="fr-FR" sz="3600" dirty="0">
              <a:latin typeface="+mj-lt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3600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010FCC-CDEE-48C9-2365-E7D1D9F254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622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9BEF-9542-7100-1D62-738DD1E8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Sorting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8487A-CC6E-01E0-FD53-981205337E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568673" cy="964644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4000" dirty="0">
                <a:latin typeface="+mj-lt"/>
              </a:rPr>
              <a:t>Sorting needs to speed up searching operation in a list.</a:t>
            </a:r>
          </a:p>
          <a:p>
            <a:pPr>
              <a:spcBef>
                <a:spcPts val="1200"/>
              </a:spcBef>
            </a:pPr>
            <a:r>
              <a:rPr lang="en-US" sz="4000" dirty="0">
                <a:latin typeface="+mj-lt"/>
              </a:rPr>
              <a:t>Sorting type: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4000" dirty="0">
                <a:latin typeface="+mj-lt"/>
              </a:rPr>
              <a:t>Ascending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4000" dirty="0">
                <a:latin typeface="+mj-lt"/>
              </a:rPr>
              <a:t>Descending</a:t>
            </a:r>
          </a:p>
          <a:p>
            <a:pPr>
              <a:spcBef>
                <a:spcPts val="12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1200"/>
              </a:spcBef>
            </a:pPr>
            <a:r>
              <a:rPr lang="en-US" sz="4000" dirty="0">
                <a:latin typeface="+mj-lt"/>
              </a:rPr>
              <a:t>Sorting algorithm, based on location of data being processed is located:</a:t>
            </a:r>
          </a:p>
          <a:p>
            <a:pPr marL="1195388" lvl="1" indent="-5715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</a:pPr>
            <a:r>
              <a:rPr lang="en-US" sz="4000" dirty="0">
                <a:latin typeface="+mj-lt"/>
              </a:rPr>
              <a:t>Internal sorting		</a:t>
            </a:r>
            <a:r>
              <a:rPr lang="en-US" sz="40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US" sz="4000" dirty="0">
                <a:latin typeface="+mj-lt"/>
              </a:rPr>
              <a:t>All data to be sorted are loaded to RAM </a:t>
            </a:r>
          </a:p>
          <a:p>
            <a:pPr marL="1195388" lvl="1" indent="-5715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</a:pPr>
            <a:r>
              <a:rPr lang="en-US" sz="4000" dirty="0">
                <a:latin typeface="+mj-lt"/>
              </a:rPr>
              <a:t>External sorting	</a:t>
            </a:r>
            <a:r>
              <a:rPr lang="en-US" sz="40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US" sz="4000" dirty="0">
                <a:latin typeface="+mj-lt"/>
              </a:rPr>
              <a:t>Sorting process using secondary storage</a:t>
            </a:r>
          </a:p>
          <a:p>
            <a:pPr>
              <a:spcBef>
                <a:spcPts val="1200"/>
              </a:spcBef>
            </a:pPr>
            <a:endParaRPr lang="en-US" sz="4000" b="1" dirty="0">
              <a:latin typeface="+mj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8E4B81-164B-90D1-DD7A-0603DE2732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8520088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99D9A-5460-2D40-B0D2-C6FC8EFA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EAB5E-F8CC-440F-3F01-A72EDE18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Sorting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001DB-F6E3-8A7A-FE57-6C347EBB14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568673" cy="964644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fr-FR" sz="4000" dirty="0">
                <a:latin typeface="+mj-lt"/>
              </a:rPr>
              <a:t>Simple: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fr-FR" sz="4000" dirty="0">
                <a:latin typeface="+mj-lt"/>
              </a:rPr>
              <a:t>Bubble sort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fr-FR" sz="4000" dirty="0" err="1">
                <a:latin typeface="+mj-lt"/>
              </a:rPr>
              <a:t>Selection</a:t>
            </a:r>
            <a:r>
              <a:rPr lang="fr-FR" sz="4000" dirty="0">
                <a:latin typeface="+mj-lt"/>
              </a:rPr>
              <a:t> sort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fr-FR" sz="4000" dirty="0">
                <a:latin typeface="+mj-lt"/>
              </a:rPr>
              <a:t>Insertion sort</a:t>
            </a:r>
          </a:p>
          <a:p>
            <a:pPr>
              <a:spcBef>
                <a:spcPts val="12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1200"/>
              </a:spcBef>
            </a:pPr>
            <a:r>
              <a:rPr lang="en-US" sz="4000" dirty="0">
                <a:latin typeface="+mj-lt"/>
              </a:rPr>
              <a:t>Intermediate:</a:t>
            </a:r>
          </a:p>
          <a:p>
            <a:pPr marL="1366838" lvl="1" indent="-74295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</a:pPr>
            <a:r>
              <a:rPr lang="en-US" sz="4000" dirty="0">
                <a:latin typeface="+mj-lt"/>
              </a:rPr>
              <a:t>Quick Sort</a:t>
            </a:r>
          </a:p>
          <a:p>
            <a:pPr marL="1366838" lvl="1" indent="-74295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</a:pPr>
            <a:r>
              <a:rPr lang="en-US" sz="4000" dirty="0">
                <a:latin typeface="+mj-lt"/>
              </a:rPr>
              <a:t>Merge Sort</a:t>
            </a:r>
          </a:p>
          <a:p>
            <a:pPr>
              <a:spcBef>
                <a:spcPts val="1200"/>
              </a:spcBef>
            </a:pPr>
            <a:endParaRPr lang="en-US" sz="4000" b="1" dirty="0">
              <a:latin typeface="+mj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AE4B5-FE6D-35BE-7690-148662BDBC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24817708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CEDF-6D2B-0F72-22E1-8004D3E5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E908-87B0-8FBD-CE58-E884821B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Bubble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5482A-889D-E7CE-393B-2F3D7ECDE36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568673" cy="964644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4000" dirty="0">
                <a:latin typeface="+mj-lt"/>
              </a:rPr>
              <a:t>Compare two neighboring values.</a:t>
            </a:r>
          </a:p>
          <a:p>
            <a:pPr>
              <a:spcBef>
                <a:spcPts val="1200"/>
              </a:spcBef>
            </a:pPr>
            <a:r>
              <a:rPr lang="en-US" sz="4000" dirty="0">
                <a:latin typeface="+mj-lt"/>
              </a:rPr>
              <a:t>Compare and swap (if necessary)</a:t>
            </a:r>
          </a:p>
          <a:p>
            <a:pPr>
              <a:spcBef>
                <a:spcPts val="1200"/>
              </a:spcBef>
            </a:pPr>
            <a:r>
              <a:rPr lang="en-US" sz="4000" dirty="0">
                <a:latin typeface="+mj-lt"/>
              </a:rPr>
              <a:t>Also known as exchange sort</a:t>
            </a:r>
          </a:p>
          <a:p>
            <a:pPr>
              <a:spcBef>
                <a:spcPts val="1200"/>
              </a:spcBef>
            </a:pPr>
            <a:r>
              <a:rPr lang="en-US" sz="4000" b="1" dirty="0">
                <a:latin typeface="+mj-lt"/>
              </a:rPr>
              <a:t>Source Code (ascending):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70CA04-295A-813E-547A-D863CF1F5B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C0C0F15-FCF3-6D12-AFCB-F7FE0D60A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6" y="6500081"/>
            <a:ext cx="16648161" cy="5018939"/>
          </a:xfrm>
          <a:prstGeom prst="rect">
            <a:avLst/>
          </a:prstGeom>
          <a:noFill/>
          <a:ln w="9360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void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bubbleSort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(int *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int n){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int i, j;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for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(i=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; i&lt;n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-1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; i++)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{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for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(j=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; j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&lt;=n-1-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i; j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++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{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if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[j]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&gt;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[j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+1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])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swap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(&amp;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[j],&amp;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[j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+1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]);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}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39498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BAF34-E0CA-EE91-A445-80A0F64F3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3F13-AD97-C672-7CA5-384E0002D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Bubble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98C8F-2F72-B1FB-F4D5-AC4A75C2BD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99567"/>
            <a:ext cx="469062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1</a:t>
            </a:r>
            <a:r>
              <a:rPr lang="en-US" sz="3600" baseline="30000" dirty="0">
                <a:latin typeface="+mj-lt"/>
              </a:rPr>
              <a:t>st</a:t>
            </a:r>
            <a:r>
              <a:rPr lang="en-US" sz="3600" dirty="0">
                <a:latin typeface="+mj-lt"/>
              </a:rPr>
              <a:t> cycle</a:t>
            </a:r>
            <a:endParaRPr lang="en-US" sz="3600" b="1" dirty="0">
              <a:latin typeface="+mj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9CF54F-13B1-4449-5D3A-44242F29F7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92B6478-D993-4B7A-5F91-EE09C0E0E1E4}"/>
              </a:ext>
            </a:extLst>
          </p:cNvPr>
          <p:cNvSpPr txBox="1">
            <a:spLocks/>
          </p:cNvSpPr>
          <p:nvPr/>
        </p:nvSpPr>
        <p:spPr>
          <a:xfrm>
            <a:off x="8401219" y="2999568"/>
            <a:ext cx="4690623" cy="80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FontTx/>
              <a:buNone/>
            </a:pPr>
            <a:r>
              <a:rPr lang="en-US" sz="3600">
                <a:latin typeface="+mj-lt"/>
              </a:rPr>
              <a:t>2</a:t>
            </a:r>
            <a:r>
              <a:rPr lang="en-US" sz="3600" baseline="30000">
                <a:latin typeface="+mj-lt"/>
              </a:rPr>
              <a:t>nd</a:t>
            </a:r>
            <a:r>
              <a:rPr lang="en-US" sz="3600">
                <a:latin typeface="+mj-lt"/>
              </a:rPr>
              <a:t> cycle</a:t>
            </a:r>
            <a:endParaRPr lang="en-US" sz="3600" b="1">
              <a:latin typeface="+mj-lt"/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90CE2A3-C140-5DAE-6866-D25096BC835A}"/>
              </a:ext>
            </a:extLst>
          </p:cNvPr>
          <p:cNvSpPr txBox="1">
            <a:spLocks/>
          </p:cNvSpPr>
          <p:nvPr/>
        </p:nvSpPr>
        <p:spPr>
          <a:xfrm>
            <a:off x="14635061" y="2973360"/>
            <a:ext cx="4690623" cy="80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FontTx/>
              <a:buNone/>
            </a:pPr>
            <a:r>
              <a:rPr lang="en-US" sz="3600">
                <a:latin typeface="+mj-lt"/>
              </a:rPr>
              <a:t>3</a:t>
            </a:r>
            <a:r>
              <a:rPr lang="en-US" sz="3600" baseline="30000">
                <a:latin typeface="+mj-lt"/>
              </a:rPr>
              <a:t>rd</a:t>
            </a:r>
            <a:r>
              <a:rPr lang="en-US" sz="3600">
                <a:latin typeface="+mj-lt"/>
              </a:rPr>
              <a:t> cycle</a:t>
            </a:r>
            <a:endParaRPr lang="en-US" sz="3600" b="1">
              <a:latin typeface="+mj-l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344A406-F62C-604D-D671-3BF8978D4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3606" y="3803114"/>
            <a:ext cx="5254163" cy="65377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1FA5CA-E798-73EA-51CF-636BD269F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7" y="3803113"/>
            <a:ext cx="5785132" cy="9351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DD816C-1592-EF8F-71F6-2DC29F7D9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219" y="3840503"/>
            <a:ext cx="5784942" cy="800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2291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57156-C643-31FD-8822-968DF54F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C784-6A4C-D641-A105-EE867904D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Bubble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B9391-1183-58E4-34B6-91E599C5D7A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99567"/>
            <a:ext cx="469062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4</a:t>
            </a:r>
            <a:r>
              <a:rPr lang="en-US" sz="3600" baseline="30000" dirty="0">
                <a:latin typeface="+mj-lt"/>
              </a:rPr>
              <a:t>th</a:t>
            </a:r>
            <a:r>
              <a:rPr lang="en-US" sz="3600" dirty="0">
                <a:latin typeface="+mj-lt"/>
              </a:rPr>
              <a:t>  cycle</a:t>
            </a:r>
            <a:endParaRPr lang="en-US" sz="3600" b="1" dirty="0">
              <a:latin typeface="+mj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DA7E07-6F20-F83F-C79D-5CC088115E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899430D2-F7A4-FDF1-7BE5-8E4D0300E257}"/>
              </a:ext>
            </a:extLst>
          </p:cNvPr>
          <p:cNvSpPr txBox="1">
            <a:spLocks/>
          </p:cNvSpPr>
          <p:nvPr/>
        </p:nvSpPr>
        <p:spPr>
          <a:xfrm>
            <a:off x="9840395" y="3036956"/>
            <a:ext cx="4690623" cy="80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FontTx/>
              <a:buNone/>
            </a:pPr>
            <a:r>
              <a:rPr lang="en-US" sz="3600">
                <a:latin typeface="+mj-lt"/>
              </a:rPr>
              <a:t>5</a:t>
            </a:r>
            <a:r>
              <a:rPr lang="en-US" sz="3600" baseline="30000">
                <a:latin typeface="+mj-lt"/>
              </a:rPr>
              <a:t>th</a:t>
            </a:r>
            <a:r>
              <a:rPr lang="en-US" sz="3600">
                <a:latin typeface="+mj-lt"/>
              </a:rPr>
              <a:t> cycle</a:t>
            </a:r>
            <a:endParaRPr lang="en-US" sz="3600" b="1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934BF-4DF9-0979-FC4A-AC1B5356B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890" y="3840502"/>
            <a:ext cx="6327923" cy="47407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2D3B57-E0CA-DAF5-DC69-31D99A2A8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394" y="3877890"/>
            <a:ext cx="6377127" cy="635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5667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59363-D498-2728-68A0-B71357E4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BF61-DF9C-CA0E-7D60-1076C985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selection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697EA-141F-4551-6C38-460608540A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568673" cy="964644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4000" dirty="0">
                <a:latin typeface="+mj-lt"/>
              </a:rPr>
              <a:t>For each position in the array, find the minimum element from the remaining unsorted part and swap it with the current element.</a:t>
            </a:r>
          </a:p>
          <a:p>
            <a:pPr>
              <a:spcBef>
                <a:spcPts val="1200"/>
              </a:spcBef>
            </a:pPr>
            <a:r>
              <a:rPr lang="en-US" sz="4000" b="1" dirty="0">
                <a:latin typeface="+mj-lt"/>
              </a:rPr>
              <a:t>Source Code (ascending):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14B55B-8B61-314F-1F7A-14FB7BB6C2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E077C9A-6D86-E7BF-A27D-8E38C8707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6" y="5585681"/>
            <a:ext cx="16648161" cy="6250045"/>
          </a:xfrm>
          <a:prstGeom prst="rect">
            <a:avLst/>
          </a:prstGeom>
          <a:noFill/>
          <a:ln w="9360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void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selectionSort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(int *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int n){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int i, j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idx_smallest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lvl="1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for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(i=0; i&lt;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n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-1; i++){      /*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n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=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number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of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data */</a:t>
            </a:r>
          </a:p>
          <a:p>
            <a:pPr lvl="2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idx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_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smallest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=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;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lvl="2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for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(j=i+1; j&lt;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n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; j++){</a:t>
            </a:r>
          </a:p>
          <a:p>
            <a:pPr lvl="2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j]&lt;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idx_smallest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]) 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idx_smallest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j;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lvl="2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}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lvl="2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swap(&amp;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], &amp;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idx_smallest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lvl="2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}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805501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55D7-4979-D1BE-EAA4-1008C8AA6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A3BE-0C62-937E-9546-E2294F61E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selection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0C8E2-0B7D-4FAE-0B34-9B8F10A114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99567"/>
            <a:ext cx="469062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1</a:t>
            </a:r>
            <a:r>
              <a:rPr lang="en-US" sz="3600" baseline="30000" dirty="0">
                <a:latin typeface="+mj-lt"/>
              </a:rPr>
              <a:t>st</a:t>
            </a:r>
            <a:r>
              <a:rPr lang="en-US" sz="3600" dirty="0">
                <a:latin typeface="+mj-lt"/>
              </a:rPr>
              <a:t> cycle</a:t>
            </a:r>
            <a:endParaRPr lang="en-US" sz="3600" b="1" dirty="0">
              <a:latin typeface="+mj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7F7ED7-3E99-9533-9DB0-C58A67C0D6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5CE42656-0D1B-B137-0FA6-6BDFEBE88734}"/>
              </a:ext>
            </a:extLst>
          </p:cNvPr>
          <p:cNvSpPr txBox="1">
            <a:spLocks/>
          </p:cNvSpPr>
          <p:nvPr/>
        </p:nvSpPr>
        <p:spPr>
          <a:xfrm>
            <a:off x="8965171" y="3059603"/>
            <a:ext cx="4690623" cy="80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FontTx/>
              <a:buNone/>
            </a:pPr>
            <a:r>
              <a:rPr lang="en-US" sz="3600">
                <a:latin typeface="+mj-lt"/>
              </a:rPr>
              <a:t>2</a:t>
            </a:r>
            <a:r>
              <a:rPr lang="en-US" sz="3600" baseline="30000">
                <a:latin typeface="+mj-lt"/>
              </a:rPr>
              <a:t>nd</a:t>
            </a:r>
            <a:r>
              <a:rPr lang="en-US" sz="3600">
                <a:latin typeface="+mj-lt"/>
              </a:rPr>
              <a:t> cycle</a:t>
            </a:r>
            <a:endParaRPr lang="en-US" sz="3600" b="1">
              <a:latin typeface="+mj-lt"/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8015A442-EE19-A164-CF31-330C120A16BA}"/>
              </a:ext>
            </a:extLst>
          </p:cNvPr>
          <p:cNvSpPr txBox="1">
            <a:spLocks/>
          </p:cNvSpPr>
          <p:nvPr/>
        </p:nvSpPr>
        <p:spPr>
          <a:xfrm>
            <a:off x="15607734" y="3119637"/>
            <a:ext cx="4690623" cy="80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FontTx/>
              <a:buNone/>
            </a:pPr>
            <a:r>
              <a:rPr lang="en-US" sz="3600">
                <a:latin typeface="+mj-lt"/>
              </a:rPr>
              <a:t>3</a:t>
            </a:r>
            <a:r>
              <a:rPr lang="en-US" sz="3600" baseline="30000">
                <a:latin typeface="+mj-lt"/>
              </a:rPr>
              <a:t>rd</a:t>
            </a:r>
            <a:r>
              <a:rPr lang="en-US" sz="3600">
                <a:latin typeface="+mj-lt"/>
              </a:rPr>
              <a:t> cycle</a:t>
            </a:r>
            <a:endParaRPr lang="en-US" sz="3600" b="1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D07220-AFF7-8495-6A29-FA8FEED02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6" y="3923183"/>
            <a:ext cx="6097393" cy="9383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48BDDC-27CB-2684-878E-2AE15AFFE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7734" y="3923182"/>
            <a:ext cx="6001099" cy="66063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9B9B90-C806-5EF3-B8A0-7B3CCD705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266" y="3923181"/>
            <a:ext cx="6352897" cy="777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3290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034F4-0221-E79A-676B-602248816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0FBD-481E-2C33-CB96-1192603F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selection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0680F-B5D2-0B57-114A-99FB22FFDC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99567"/>
            <a:ext cx="469062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4</a:t>
            </a:r>
            <a:r>
              <a:rPr lang="en-US" sz="3600" baseline="30000" dirty="0">
                <a:latin typeface="+mj-lt"/>
              </a:rPr>
              <a:t>th</a:t>
            </a:r>
            <a:r>
              <a:rPr lang="en-US" sz="3600" dirty="0">
                <a:latin typeface="+mj-lt"/>
              </a:rPr>
              <a:t>  cycle</a:t>
            </a:r>
            <a:endParaRPr lang="en-US" sz="3600" b="1" dirty="0">
              <a:latin typeface="+mj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F09D51-988B-8E45-EE44-B27B6ECC26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C861DCD-1A2A-565F-DB9D-02CC72494887}"/>
              </a:ext>
            </a:extLst>
          </p:cNvPr>
          <p:cNvSpPr txBox="1">
            <a:spLocks/>
          </p:cNvSpPr>
          <p:nvPr/>
        </p:nvSpPr>
        <p:spPr>
          <a:xfrm>
            <a:off x="10654976" y="3069905"/>
            <a:ext cx="4690623" cy="80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FontTx/>
              <a:buNone/>
            </a:pPr>
            <a:r>
              <a:rPr lang="en-US" sz="3600">
                <a:latin typeface="+mj-lt"/>
              </a:rPr>
              <a:t>5</a:t>
            </a:r>
            <a:r>
              <a:rPr lang="en-US" sz="3600" baseline="30000">
                <a:latin typeface="+mj-lt"/>
              </a:rPr>
              <a:t>th</a:t>
            </a:r>
            <a:r>
              <a:rPr lang="en-US" sz="3600">
                <a:latin typeface="+mj-lt"/>
              </a:rPr>
              <a:t> cycle</a:t>
            </a:r>
            <a:endParaRPr lang="en-US" sz="3600" b="1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7A4BAC-A49D-496A-E925-081572140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913058"/>
            <a:ext cx="7382768" cy="59998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95184B-2D4D-6F8F-2B2A-051518317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181" y="3910840"/>
            <a:ext cx="7005603" cy="617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659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2689-16CA-E348-5872-3B476F845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CF61-8F60-0455-95F5-2F94A162A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insertion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40B22-FE02-65C5-A524-5939D47E8E1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568673" cy="363472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3600" dirty="0">
                <a:latin typeface="+mj-lt"/>
              </a:rPr>
              <a:t>Insertion Sort starts with one element, then take the next element and insert it into the correct place within that sorted section, just like sorting cards in our hand.</a:t>
            </a:r>
          </a:p>
          <a:p>
            <a:pPr>
              <a:spcBef>
                <a:spcPts val="1200"/>
              </a:spcBef>
            </a:pPr>
            <a:r>
              <a:rPr lang="en-US" sz="3600" b="1" dirty="0">
                <a:latin typeface="+mj-lt"/>
              </a:rPr>
              <a:t>Source Code (ascending):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7A9ABB-4513-4B15-1AC6-E1DA4029BE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F2380B8-9288-0009-EE16-E3C541049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6" y="5355089"/>
            <a:ext cx="16648161" cy="7481152"/>
          </a:xfrm>
          <a:prstGeom prst="rect">
            <a:avLst/>
          </a:prstGeom>
          <a:noFill/>
          <a:ln w="9360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void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insertionSort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(int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[], int n) {</a:t>
            </a:r>
          </a:p>
          <a:p>
            <a:pPr lvl="4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 i,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key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j;</a:t>
            </a:r>
          </a:p>
          <a:p>
            <a:pPr lvl="4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for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(i = 1; i &lt; n; i++) {</a:t>
            </a:r>
          </a:p>
          <a:p>
            <a:pPr lvl="4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key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=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[i];</a:t>
            </a:r>
          </a:p>
          <a:p>
            <a:pPr lvl="4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j = i - 1;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lvl="4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while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(j &gt;= 0 &amp;&amp;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[j] &gt;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key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lvl="4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	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[j + 1] =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[j];</a:t>
            </a:r>
          </a:p>
          <a:p>
            <a:pPr lvl="4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	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j = j - 1;</a:t>
            </a:r>
          </a:p>
          <a:p>
            <a:pPr lvl="4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4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[j + 1] =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key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4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446893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8544C-2BAD-D4F7-2B16-03970EBB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4D9B-16E1-DEE0-BFF8-5BBC82A2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insertion sort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1EB185-D1B2-132C-AEFC-2BFFF356F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FB31220-2013-1144-8D51-CFC2C73CD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260662"/>
            <a:ext cx="17709228" cy="8907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508858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58E1-18DB-AB1E-1F2D-95EC1DF55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A71C1-9B2A-5408-1E50-ABA75A0F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insertion sort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E38B6C-5D8D-CF0D-4C65-DAD7572A2D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C1F0F8F-55F3-F7B1-B803-4F180D591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223274"/>
            <a:ext cx="15981687" cy="9683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604486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E1B2-7507-5CAF-D357-606B2A416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B5F8-3527-8F92-2394-EC3A7FB6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insertion sort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914C65-ED44-3FCC-EDE0-3AE77571B5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pic>
        <p:nvPicPr>
          <p:cNvPr id="2150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8" y="3223274"/>
            <a:ext cx="8383392" cy="9153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3084632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FB818-CDD2-FE1F-5780-17F1512C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1416-A4A4-45C0-0477-A992BE04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quick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9FA39-B5A6-4571-6558-8992B8BBA9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568673" cy="811038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3600" b="1" dirty="0">
                <a:latin typeface="+mj-lt"/>
              </a:rPr>
              <a:t>Core idea: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Pick a pivot, place it in its correct position, and ensure all smaller elements are on the left and larger ones on the right.</a:t>
            </a:r>
          </a:p>
          <a:p>
            <a:pPr marL="623888" lvl="1" indent="0">
              <a:spcBef>
                <a:spcPts val="1200"/>
              </a:spcBef>
              <a:buNone/>
            </a:pPr>
            <a:endParaRPr lang="en-US" sz="3600" dirty="0">
              <a:latin typeface="+mj-lt"/>
            </a:endParaRPr>
          </a:p>
          <a:p>
            <a:pPr>
              <a:spcBef>
                <a:spcPts val="1200"/>
              </a:spcBef>
            </a:pPr>
            <a:r>
              <a:rPr lang="en-US" sz="3600" dirty="0">
                <a:latin typeface="+mj-lt"/>
              </a:rPr>
              <a:t>It works by: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3600" dirty="0">
                <a:latin typeface="+mj-lt"/>
              </a:rPr>
              <a:t>Choosing a pivot element from the array.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3600" dirty="0">
                <a:latin typeface="+mj-lt"/>
              </a:rPr>
              <a:t>Partitioning the array into two sub-arrays:</a:t>
            </a:r>
          </a:p>
          <a:p>
            <a:pPr marL="1760537" lvl="2" indent="-5715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+mj-lt"/>
              </a:rPr>
              <a:t>Elements less than the pivot go to the left.</a:t>
            </a:r>
          </a:p>
          <a:p>
            <a:pPr marL="1760537" lvl="2" indent="-5715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+mj-lt"/>
              </a:rPr>
              <a:t>Elements greater than the pivot go to the right.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3600" dirty="0">
                <a:latin typeface="+mj-lt"/>
              </a:rPr>
              <a:t>Recursively apply the same process to the left and right sub-arrays.</a:t>
            </a:r>
            <a:endParaRPr lang="en-US" sz="3600" b="1" dirty="0">
              <a:latin typeface="+mj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8CC47-124F-2DD8-D6D3-D39FD9B737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40695720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31F1-E7E9-71E0-39BB-DA26D21B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8CFB-51F2-E315-824F-B2056B98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quick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93671-5A0F-8088-8F30-1296652B928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568673" cy="363472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b="1" dirty="0">
                <a:latin typeface="+mj-lt"/>
              </a:rPr>
              <a:t>Source Code (ascending):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C4F869-4107-2FB7-7B46-30D30E711D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CE2F8C7-79A3-F876-7574-8DF0C9A3B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3982161"/>
            <a:ext cx="16648161" cy="5018939"/>
          </a:xfrm>
          <a:prstGeom prst="rect">
            <a:avLst/>
          </a:prstGeom>
          <a:noFill/>
          <a:ln w="9360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void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quickSort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(int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[], int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low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int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high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if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(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low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&lt;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high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int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pi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=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partition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low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high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quickSort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low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pi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- 1);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quickSort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pi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+ 1,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high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683268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836F4-50DE-480D-53B8-BA74061A7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2A413-86CD-1D76-6DD4-CA2B42D76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quick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AB8CB-DA3F-C715-1EE5-08BD22A6A08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568673" cy="363472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b="1" dirty="0">
                <a:latin typeface="+mj-lt"/>
              </a:rPr>
              <a:t>Source Code (ascending):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FAF3D7-F9D4-EADC-AA86-AA4DD32491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C7344B3-6EAF-7867-6BEC-EBD43CD57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3982161"/>
            <a:ext cx="16648161" cy="8096705"/>
          </a:xfrm>
          <a:prstGeom prst="rect">
            <a:avLst/>
          </a:prstGeom>
          <a:noFill/>
          <a:ln w="9360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partition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(int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[], int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low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int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high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int pivot =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low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int i =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low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d-ID" sz="4000" kern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(int j = low+1; j &lt;=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high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j++) {</a:t>
            </a: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[j] &lt; pivot) {</a:t>
            </a:r>
            <a:endParaRPr lang="en-US" sz="4000" kern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						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++;</a:t>
            </a:r>
            <a:endParaRPr lang="id-ID" sz="4000" kern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swap(&amp;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[i], &amp;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[j]);</a:t>
            </a: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swap(&amp;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[i], &amp;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low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i;</a:t>
            </a:r>
          </a:p>
          <a:p>
            <a:pPr lvl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23559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A21E6-A8E5-25C7-52BA-593707E9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BD92-FD39-2620-2E27-8760DD078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quick sort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033C1C-CCD4-B49F-B98F-9AD06CCE20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95907F-6BA0-C944-C96B-D0B2A6EBF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803113"/>
            <a:ext cx="9675684" cy="8512941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DBA924-7FE5-F389-1546-0ED8EEA318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99567"/>
            <a:ext cx="469062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1</a:t>
            </a:r>
            <a:r>
              <a:rPr lang="en-US" sz="3600" baseline="30000" dirty="0">
                <a:latin typeface="+mj-lt"/>
              </a:rPr>
              <a:t>st</a:t>
            </a:r>
            <a:r>
              <a:rPr lang="en-US" sz="3600" dirty="0">
                <a:latin typeface="+mj-lt"/>
              </a:rPr>
              <a:t> partition</a:t>
            </a:r>
            <a:endParaRPr lang="en-US" sz="3600" b="1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45D664-A2A9-7FF7-6959-0EF9D9288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999" y="3803113"/>
            <a:ext cx="10408679" cy="851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8476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7A67-F090-3C81-29EB-7CA69944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D61E-95E7-40D0-ED81-260662C4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quick sort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5102DF-AB05-1B93-5DD6-AC01F5A53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8D0D257-9D79-2A67-8AAA-7E75A822F93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99567"/>
            <a:ext cx="469062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2</a:t>
            </a:r>
            <a:r>
              <a:rPr lang="en-US" sz="3600" baseline="30000" dirty="0">
                <a:latin typeface="+mj-lt"/>
              </a:rPr>
              <a:t>nd</a:t>
            </a:r>
            <a:r>
              <a:rPr lang="en-US" sz="3600" dirty="0">
                <a:latin typeface="+mj-lt"/>
              </a:rPr>
              <a:t> partition (left)</a:t>
            </a:r>
            <a:endParaRPr lang="en-US" sz="3600" b="1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C41E0B-35E3-8CA0-E79F-CA9BE679B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6" y="3943790"/>
            <a:ext cx="12498193" cy="443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0578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1B406-21F7-2506-FF88-BACEE9CC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96D5D-49E3-7812-1FED-B5707C00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quick sort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8285AF-EFBD-000C-39C3-AD0E84827F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AFC391-99BC-CA13-213F-4AD9E757D8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99567"/>
            <a:ext cx="469062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3</a:t>
            </a:r>
            <a:r>
              <a:rPr lang="en-US" sz="3600" baseline="30000" dirty="0">
                <a:latin typeface="+mj-lt"/>
              </a:rPr>
              <a:t>rd</a:t>
            </a:r>
            <a:r>
              <a:rPr lang="en-US" sz="3600" dirty="0">
                <a:latin typeface="+mj-lt"/>
              </a:rPr>
              <a:t> partition (right)</a:t>
            </a:r>
            <a:endParaRPr lang="en-US" sz="3600" b="1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E31707-B66F-D80B-3DE0-D2269D769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803112"/>
            <a:ext cx="9121946" cy="5506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2F1062-6236-ADF0-370F-2838AE5AE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6252" y="3803111"/>
            <a:ext cx="9104988" cy="550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7291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AFEC-77C1-0E37-FC7C-3EDD78E5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E93E0-5FA2-65AF-DE69-1680891EE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quick sort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CB2B15-864F-4885-6B4B-2305578727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B3E1FED-E09E-1293-CD56-1F07580852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99567"/>
            <a:ext cx="469062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4</a:t>
            </a:r>
            <a:r>
              <a:rPr lang="en-US" sz="3600" baseline="30000" dirty="0">
                <a:latin typeface="+mj-lt"/>
              </a:rPr>
              <a:t>th</a:t>
            </a:r>
            <a:r>
              <a:rPr lang="en-US" sz="3600" dirty="0">
                <a:latin typeface="+mj-lt"/>
              </a:rPr>
              <a:t> partition (left)</a:t>
            </a:r>
            <a:endParaRPr lang="en-US" sz="3600" b="1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3FE550-6496-67AA-85B4-106D8033C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6" y="3796212"/>
            <a:ext cx="8981269" cy="3186902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5E8C3B8-3374-D4DB-8399-CDC85BC5086F}"/>
              </a:ext>
            </a:extLst>
          </p:cNvPr>
          <p:cNvSpPr txBox="1">
            <a:spLocks/>
          </p:cNvSpPr>
          <p:nvPr/>
        </p:nvSpPr>
        <p:spPr>
          <a:xfrm>
            <a:off x="12192323" y="2992666"/>
            <a:ext cx="4690623" cy="80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FontTx/>
              <a:buNone/>
            </a:pPr>
            <a:r>
              <a:rPr lang="en-US" sz="3600">
                <a:latin typeface="+mj-lt"/>
              </a:rPr>
              <a:t>5</a:t>
            </a:r>
            <a:r>
              <a:rPr lang="en-US" sz="3600" baseline="30000">
                <a:latin typeface="+mj-lt"/>
              </a:rPr>
              <a:t>th</a:t>
            </a:r>
            <a:r>
              <a:rPr lang="en-US" sz="3600">
                <a:latin typeface="+mj-lt"/>
              </a:rPr>
              <a:t> partition (right)</a:t>
            </a:r>
            <a:endParaRPr lang="en-US" sz="3600" b="1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DF79B7-DAD7-A9DE-F1EB-79C697B68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3796212"/>
            <a:ext cx="9693666" cy="804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5823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988AF-C745-30FE-B5DA-A87DF373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241E-B999-DACC-7389-4E715093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quick sort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E6729A-8CD7-8362-DF7F-7AED31A09F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7B76CC7-6024-E2BF-7729-2FBB5ED42C2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99567"/>
            <a:ext cx="469062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6</a:t>
            </a:r>
            <a:r>
              <a:rPr lang="en-US" sz="3600" baseline="30000" dirty="0">
                <a:latin typeface="+mj-lt"/>
              </a:rPr>
              <a:t>th</a:t>
            </a:r>
            <a:r>
              <a:rPr lang="en-US" sz="3600" dirty="0">
                <a:latin typeface="+mj-lt"/>
              </a:rPr>
              <a:t> partition (right)</a:t>
            </a:r>
            <a:endParaRPr lang="en-US" sz="3600" b="1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8E6A3E-39C3-8A47-FD48-84F5C157B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936" y="3803112"/>
            <a:ext cx="9748105" cy="345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83250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09163-1D9E-D7EB-406C-F21EEA3D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299C5-4551-C570-79D7-602C1D2AD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quick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30AC4-A338-9880-08ED-88435AC46EA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568673" cy="811038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3600" dirty="0">
                <a:latin typeface="+mj-lt"/>
              </a:rPr>
              <a:t>Quick Sort execution schema (recursive from left to right):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137335-5B66-EF18-7BB8-34CBCBE2B4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472200A-CD87-9966-1086-880BDDAAB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013" y="4158954"/>
            <a:ext cx="10146525" cy="842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7433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67F3B-692B-DC94-CB2D-79368EF73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A0F3-02C9-043B-C799-23F9AB30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merge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62427-B37E-180E-8FBA-7CADFB349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568673" cy="811038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3600" dirty="0">
                <a:latin typeface="+mj-lt"/>
              </a:rPr>
              <a:t>Merge Sort is also a divide-and-conquer sorting algorithm. </a:t>
            </a:r>
          </a:p>
          <a:p>
            <a:pPr>
              <a:spcBef>
                <a:spcPts val="1200"/>
              </a:spcBef>
            </a:pPr>
            <a:r>
              <a:rPr lang="en-US" sz="3600" b="1" dirty="0">
                <a:latin typeface="+mj-lt"/>
              </a:rPr>
              <a:t>Core idea: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sz="3600" dirty="0">
                <a:latin typeface="+mj-lt"/>
              </a:rPr>
              <a:t>it divides the array into halves, sorts each half recursively, and then merges the sorted halves into a single sorted array. </a:t>
            </a:r>
          </a:p>
          <a:p>
            <a:pPr marL="623888" lvl="1" indent="0">
              <a:spcBef>
                <a:spcPts val="1200"/>
              </a:spcBef>
              <a:buNone/>
            </a:pPr>
            <a:endParaRPr lang="en-US" sz="3600" dirty="0">
              <a:latin typeface="+mj-lt"/>
            </a:endParaRPr>
          </a:p>
          <a:p>
            <a:pPr>
              <a:spcBef>
                <a:spcPts val="1200"/>
              </a:spcBef>
            </a:pPr>
            <a:r>
              <a:rPr lang="en-US" sz="3600" dirty="0">
                <a:latin typeface="+mj-lt"/>
              </a:rPr>
              <a:t>Divide-and-conquer is a general algorithm design paradigm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3600" dirty="0">
                <a:latin typeface="+mj-lt"/>
              </a:rPr>
              <a:t>Divide: divide the input data in two disjoint subsets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3600" dirty="0">
                <a:latin typeface="+mj-lt"/>
              </a:rPr>
              <a:t>Recur: solve the sub problems associated with subsets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3600" dirty="0">
                <a:latin typeface="+mj-lt"/>
              </a:rPr>
              <a:t>Conquer: combine the solutions for each subset into a solution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347D71-68D0-6ACE-AA13-8CEFF0AB0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247405775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F9E8D-22B3-CDFD-16A6-76C0999A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ECC8-83E1-881E-F7C6-688B2E40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merge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F95F4-626D-C695-B04F-590FC422D76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568673" cy="363472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b="1" dirty="0">
                <a:latin typeface="+mj-lt"/>
              </a:rPr>
              <a:t>Source Code (ascending):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F9549D-981D-5631-2160-E59E94531A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C49C45F-CF75-5B14-198D-04B7AE309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3982161"/>
            <a:ext cx="16648161" cy="5634492"/>
          </a:xfrm>
          <a:prstGeom prst="rect">
            <a:avLst/>
          </a:prstGeom>
          <a:noFill/>
          <a:ln w="9360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void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mergeSort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(int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[], int l, int r) 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if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(l &lt; r) 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int m = (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l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+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 / 2;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mergeSort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l, m);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mergeSort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m + 1, r);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merge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id-ID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l, m, r);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466016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707EC-509C-C995-5CC2-7E16CEAC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7624-7788-C95B-93B2-5B10EF53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merge sort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A8C9F-E6E7-45D4-2E85-7CE3BAED772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058592"/>
            <a:ext cx="1956867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200" b="1" dirty="0">
                <a:latin typeface="+mj-lt"/>
              </a:rPr>
              <a:t>Source Code (ascending):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3D19AB-000E-9EA9-B968-C9AAF0039D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62F129C-0F3B-57DB-10B3-AA8AC89C6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3862138"/>
            <a:ext cx="18230777" cy="8466037"/>
          </a:xfrm>
          <a:prstGeom prst="rect">
            <a:avLst/>
          </a:prstGeom>
          <a:noFill/>
          <a:ln w="9360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void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merge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(int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[], int l, int m, int r) 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int n1 = m - l + 1;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int n2 = r - m;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 L[n1], R[n2];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id-ID" sz="32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id-ID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temp</a:t>
            </a:r>
            <a:r>
              <a:rPr lang="id-ID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arrays</a:t>
            </a:r>
            <a:endParaRPr kumimoji="0" lang="id-ID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kumimoji="0" lang="id-ID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for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(int i = 0; i &lt; n1; i++) L[i] =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[l + i];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//Copy Data</a:t>
            </a:r>
            <a:endParaRPr kumimoji="0" lang="id-ID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for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(int j = 0; j &lt; n2; j++) R[j] =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[m + 1 + j];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kumimoji="0" lang="id-ID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 i = 0, j = 0, k = l;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while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(i &lt; n1 &amp;&amp; j &lt; n2</a:t>
            </a:r>
            <a:r>
              <a:rPr lang="id-ID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  <a:r>
              <a:rPr lang="en-US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id-ID" sz="32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Merge</a:t>
            </a:r>
            <a:r>
              <a:rPr lang="id-ID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temp</a:t>
            </a:r>
            <a:r>
              <a:rPr lang="id-ID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arrays</a:t>
            </a:r>
            <a:endParaRPr kumimoji="0" lang="id-ID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if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(L[i] &lt;= R[j])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[k++] = L[i++];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[k++] = R[j++];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kumimoji="0" lang="id-ID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	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while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(i &lt; n1)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[k++] = L[i++];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id-ID" sz="32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Copy</a:t>
            </a:r>
            <a:r>
              <a:rPr lang="id-ID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remaining</a:t>
            </a:r>
            <a:r>
              <a:rPr lang="id-ID" sz="32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elements</a:t>
            </a:r>
            <a:endParaRPr kumimoji="0" lang="id-ID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while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(j &lt; n2) </a:t>
            </a:r>
            <a:r>
              <a:rPr kumimoji="0" lang="id-ID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arr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[k++] = R[j++];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0253590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2504C-B246-3435-435E-C8BC44BA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EC055-1FEC-3C54-9DEC-802BBA33C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merge sort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65E48D-1725-109F-1244-68A5E369E3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F122B9-1F4B-83D4-6209-DCC2335C2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633" y="3049648"/>
            <a:ext cx="14779238" cy="985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2263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6EA5-BCA1-3295-49C2-DB14D881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C1F7-855D-E3C0-782B-68B7432F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C4902-46C4-1E95-FE4D-EA683502FD99}"/>
              </a:ext>
            </a:extLst>
          </p:cNvPr>
          <p:cNvSpPr txBox="1">
            <a:spLocks/>
          </p:cNvSpPr>
          <p:nvPr/>
        </p:nvSpPr>
        <p:spPr>
          <a:xfrm>
            <a:off x="2167377" y="3257549"/>
            <a:ext cx="20502123" cy="9948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Sort by ascending to the following data, and simulate its sequence each round using bubble, selection and insertion sort: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	14   6   23   18   7   47   2   83   16   38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2</a:t>
            </a:r>
            <a:endParaRPr lang="en-US" altLang="en-US" sz="360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By ascending, sort the question 1 data using:</a:t>
            </a:r>
          </a:p>
          <a:p>
            <a:pPr algn="just">
              <a:spcBef>
                <a:spcPts val="1200"/>
              </a:spcBef>
            </a:pP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Quick sort</a:t>
            </a:r>
          </a:p>
          <a:p>
            <a:pPr algn="just">
              <a:spcBef>
                <a:spcPts val="1200"/>
              </a:spcBef>
            </a:pP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Merge sort</a:t>
            </a:r>
          </a:p>
          <a:p>
            <a:pPr algn="just">
              <a:spcBef>
                <a:spcPts val="1200"/>
              </a:spcBef>
            </a:pP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Draw its execution schema </a:t>
            </a:r>
            <a:endParaRPr lang="en-US" altLang="en-US" sz="3600" b="1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7480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7CBEE-1E99-978C-9810-EE713A02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0032-375E-3380-9BC5-E0C9DBA79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B915F-93DB-0D76-5F55-CCF1A781431C}"/>
              </a:ext>
            </a:extLst>
          </p:cNvPr>
          <p:cNvSpPr txBox="1">
            <a:spLocks/>
          </p:cNvSpPr>
          <p:nvPr/>
        </p:nvSpPr>
        <p:spPr>
          <a:xfrm>
            <a:off x="2167377" y="3257549"/>
            <a:ext cx="20502123" cy="9948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3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Create a program/function to sort 10 data string save in an array of string (ascending), using bubble sort: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	</a:t>
            </a:r>
            <a:r>
              <a:rPr lang="en-US" altLang="en-US" sz="3600" b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Ali  Ani  Tono  Bayu  Amir  Ani  Budi  Tini  </a:t>
            </a:r>
            <a:r>
              <a:rPr lang="en-US" altLang="en-US" sz="3600" b="1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Ucok</a:t>
            </a:r>
            <a:r>
              <a:rPr lang="en-US" altLang="en-US" sz="3600" b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sz="3600" b="1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Paijo</a:t>
            </a:r>
            <a:endParaRPr lang="en-US" altLang="en-US" sz="3600" b="1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4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Create a function/program to sort 10 data struct </a:t>
            </a:r>
            <a:r>
              <a:rPr lang="en-US" altLang="en-US" sz="360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mhs</a:t>
            </a: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saved in array of structure, using selection sort. Sort is based on </a:t>
            </a:r>
            <a:r>
              <a:rPr lang="en-US" altLang="en-US" sz="360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gpa</a:t>
            </a: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(ascending), for similar </a:t>
            </a:r>
            <a:r>
              <a:rPr lang="en-US" altLang="en-US" sz="360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gpa</a:t>
            </a:r>
            <a:r>
              <a:rPr lang="en-US" altLang="en-US" sz="36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then sort by name (ascending).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struct </a:t>
            </a:r>
            <a:r>
              <a:rPr lang="en-US" altLang="en-US" sz="360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mhs</a:t>
            </a:r>
            <a:r>
              <a:rPr lang="en-US" altLang="en-US" sz="360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{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nim;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float </a:t>
            </a:r>
            <a:r>
              <a:rPr lang="en-US" altLang="en-US" sz="360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gpa</a:t>
            </a:r>
            <a:r>
              <a:rPr lang="en-US" altLang="en-US" sz="360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name[20];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};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01397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95257-A1EC-3486-F40D-D5E48334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45AB-9D68-476E-2CA9-0301671F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SUMMARY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736EA-6948-CC3C-404C-D901D54C4C03}"/>
              </a:ext>
            </a:extLst>
          </p:cNvPr>
          <p:cNvSpPr txBox="1">
            <a:spLocks/>
          </p:cNvSpPr>
          <p:nvPr/>
        </p:nvSpPr>
        <p:spPr>
          <a:xfrm>
            <a:off x="2167377" y="2835518"/>
            <a:ext cx="20502123" cy="10141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en-US" sz="40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Sorting type: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40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Ascending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400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Descending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endParaRPr lang="en-US" altLang="en-US" sz="400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fr-FR" sz="4000">
                <a:latin typeface="+mj-lt"/>
              </a:rPr>
              <a:t>Simple </a:t>
            </a:r>
            <a:r>
              <a:rPr lang="fr-FR" sz="4000" err="1">
                <a:latin typeface="+mj-lt"/>
              </a:rPr>
              <a:t>sorting</a:t>
            </a:r>
            <a:r>
              <a:rPr lang="fr-FR" sz="4000">
                <a:latin typeface="+mj-lt"/>
              </a:rPr>
              <a:t> </a:t>
            </a:r>
            <a:r>
              <a:rPr lang="fr-FR" sz="4000" err="1">
                <a:latin typeface="+mj-lt"/>
              </a:rPr>
              <a:t>algorithm</a:t>
            </a:r>
            <a:r>
              <a:rPr lang="fr-FR" sz="4000">
                <a:latin typeface="+mj-lt"/>
              </a:rPr>
              <a:t>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fr-FR" sz="4000">
                <a:latin typeface="+mj-lt"/>
              </a:rPr>
              <a:t>Bubble sort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fr-FR" sz="4000" err="1">
                <a:latin typeface="+mj-lt"/>
              </a:rPr>
              <a:t>Selection</a:t>
            </a:r>
            <a:r>
              <a:rPr lang="fr-FR" sz="4000">
                <a:latin typeface="+mj-lt"/>
              </a:rPr>
              <a:t> sort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fr-FR" sz="4000">
                <a:latin typeface="+mj-lt"/>
              </a:rPr>
              <a:t>Insertion sort</a:t>
            </a:r>
          </a:p>
          <a:p>
            <a:pPr>
              <a:spcBef>
                <a:spcPts val="1200"/>
              </a:spcBef>
            </a:pPr>
            <a:endParaRPr lang="en-US" sz="4000">
              <a:latin typeface="+mj-lt"/>
            </a:endParaRPr>
          </a:p>
          <a:p>
            <a:pPr>
              <a:spcBef>
                <a:spcPts val="1200"/>
              </a:spcBef>
            </a:pPr>
            <a:r>
              <a:rPr lang="en-US" sz="4000">
                <a:latin typeface="+mj-lt"/>
              </a:rPr>
              <a:t>Intermediate sorting algorithm:</a:t>
            </a:r>
          </a:p>
          <a:p>
            <a:pPr marL="1366838" lvl="1" indent="-74295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</a:pPr>
            <a:r>
              <a:rPr lang="en-US" sz="4000">
                <a:latin typeface="+mj-lt"/>
              </a:rPr>
              <a:t>Quick Sort</a:t>
            </a:r>
          </a:p>
          <a:p>
            <a:pPr marL="1366838" lvl="1" indent="-74295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</a:pPr>
            <a:r>
              <a:rPr lang="en-US" sz="4000">
                <a:latin typeface="+mj-lt"/>
              </a:rPr>
              <a:t>Merge Sort</a:t>
            </a:r>
          </a:p>
          <a:p>
            <a:pPr marL="0" indent="-14288">
              <a:spcBef>
                <a:spcPts val="1200"/>
              </a:spcBef>
              <a:buNone/>
            </a:pPr>
            <a:endParaRPr lang="en-US" altLang="en-US" sz="400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38024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9BD8-6A35-C6F1-8612-C1D26B50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45B8-DA6B-8391-50C8-B64F103B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REFRENCES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C637192-B017-8920-94C9-2C0A55F44F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Paul Deitel &amp; Harvey Deitel. (2021). C how to program. 09. Pearson  Education. New York. ISBN: 9780137398393.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Sorting Algorithms: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http://www.youtube.com/watch?v=INHF_5RIxTE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Sorting visualization: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https://visualgo.net/en/sorting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69093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437cf3-862c-4aa8-bd7e-caeecb8e11df">
      <Terms xmlns="http://schemas.microsoft.com/office/infopath/2007/PartnerControls"/>
    </lcf76f155ced4ddcb4097134ff3c332f>
    <TaxCatchAll xmlns="fc2d5289-3ec1-4d76-80c1-a1cd17baf85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5ed595dea67b8b322e39378c6251215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d378c5c85e55afa0691156e287dbbb41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C2ABC-B949-4220-B159-850C57BEB8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732F16-8664-4EB0-BFDC-CCB5AECAC736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elements/1.1/"/>
    <ds:schemaRef ds:uri="fc2d5289-3ec1-4d76-80c1-a1cd17baf85c"/>
    <ds:schemaRef ds:uri="http://purl.org/dc/dcmitype/"/>
    <ds:schemaRef ds:uri="02437cf3-862c-4aa8-bd7e-caeecb8e11df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EC1BE3A-9E78-44F3-B3F0-28B23161E4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1. Algorithm &amp; Programming and Introduction to C Programming</Template>
  <TotalTime>6251</TotalTime>
  <Words>1528</Words>
  <Application>Microsoft Macintosh PowerPoint</Application>
  <PresentationFormat>Custom</PresentationFormat>
  <Paragraphs>244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Open Sans Light</vt:lpstr>
      <vt:lpstr>Wingdings</vt:lpstr>
      <vt:lpstr>Tahoma</vt:lpstr>
      <vt:lpstr>Courier New</vt:lpstr>
      <vt:lpstr>OCRB</vt:lpstr>
      <vt:lpstr>Open Sans Semibold</vt:lpstr>
      <vt:lpstr>Arial</vt:lpstr>
      <vt:lpstr>Open Sans ExtraBold</vt:lpstr>
      <vt:lpstr>21_BasicWhite</vt:lpstr>
      <vt:lpstr>sorting</vt:lpstr>
      <vt:lpstr>Learning Objectives</vt:lpstr>
      <vt:lpstr>Subtopics</vt:lpstr>
      <vt:lpstr>Sorting</vt:lpstr>
      <vt:lpstr>Sorting</vt:lpstr>
      <vt:lpstr>Bubble sort</vt:lpstr>
      <vt:lpstr>Bubble sort</vt:lpstr>
      <vt:lpstr>Bubble sort</vt:lpstr>
      <vt:lpstr>selection sort</vt:lpstr>
      <vt:lpstr>selection sort</vt:lpstr>
      <vt:lpstr>selection sort</vt:lpstr>
      <vt:lpstr>insertion sort</vt:lpstr>
      <vt:lpstr>insertion sort</vt:lpstr>
      <vt:lpstr>insertion sort</vt:lpstr>
      <vt:lpstr>insertion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merge sort</vt:lpstr>
      <vt:lpstr>merge sort</vt:lpstr>
      <vt:lpstr>merge sort</vt:lpstr>
      <vt:lpstr>merge sort</vt:lpstr>
      <vt:lpstr>exercise</vt:lpstr>
      <vt:lpstr>exercise</vt:lpstr>
      <vt:lpstr>SUMMARY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SHANIA PRICCILIA</dc:creator>
  <cp:lastModifiedBy>Shania Priccilia</cp:lastModifiedBy>
  <cp:revision>56</cp:revision>
  <dcterms:created xsi:type="dcterms:W3CDTF">2025-05-12T11:13:33Z</dcterms:created>
  <dcterms:modified xsi:type="dcterms:W3CDTF">2025-06-28T01:28:53Z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MediaServiceImageTags">
    <vt:lpwstr/>
  </property>
</Properties>
</file>